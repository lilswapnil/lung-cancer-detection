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sldIdLst>
    <p:sldId id="256" r:id="rId3"/>
    <p:sldId id="257" r:id="rId4"/>
    <p:sldId id="258" r:id="rId5"/>
    <p:sldId id="262" r:id="rId6"/>
    <p:sldId id="265" r:id="rId7"/>
    <p:sldId id="266" r:id="rId8"/>
    <p:sldId id="286" r:id="rId9"/>
    <p:sldId id="285" r:id="rId10"/>
    <p:sldId id="284" r:id="rId11"/>
    <p:sldId id="276" r:id="rId12"/>
    <p:sldId id="277" r:id="rId13"/>
    <p:sldId id="278" r:id="rId14"/>
    <p:sldId id="279" r:id="rId15"/>
    <p:sldId id="280" r:id="rId16"/>
    <p:sldId id="290" r:id="rId17"/>
    <p:sldId id="281" r:id="rId18"/>
    <p:sldId id="282" r:id="rId19"/>
    <p:sldId id="283" r:id="rId20"/>
    <p:sldId id="275" r:id="rId21"/>
    <p:sldId id="288" r:id="rId22"/>
  </p:sldIdLst>
  <p:sldSz cx="9144000" cy="5143500" type="screen16x9"/>
  <p:notesSz cx="7772400" cy="10058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4">
          <p15:clr>
            <a:srgbClr val="A4A3A4"/>
          </p15:clr>
        </p15:guide>
        <p15:guide id="2" pos="288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730" y="62"/>
      </p:cViewPr>
      <p:guideLst>
        <p:guide orient="horz" pos="1624"/>
        <p:guide pos="288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3" name="PlaceHolder 1"/>
          <p:cNvSpPr>
            <a:spLocks noGrp="1"/>
          </p:cNvSpPr>
          <p:nvPr>
            <p:ph type="title"/>
          </p:nvPr>
        </p:nvSpPr>
        <p:spPr>
          <a:xfrm>
            <a:off x="311760" y="444960"/>
            <a:ext cx="8519760" cy="707400"/>
          </a:xfrm>
          <a:prstGeom prst="rect">
            <a:avLst/>
          </a:prstGeom>
        </p:spPr>
        <p:txBody>
          <a:bodyPr lIns="0" tIns="0" rIns="0" bIns="0" anchor="ctr"/>
          <a:lstStyle/>
          <a:p>
            <a:pPr algn="ctr"/>
            <a:endParaRPr/>
          </a:p>
        </p:txBody>
      </p:sp>
      <p:sp>
        <p:nvSpPr>
          <p:cNvPr id="4" name="PlaceHolder 2"/>
          <p:cNvSpPr>
            <a:spLocks noGrp="1"/>
          </p:cNvSpPr>
          <p:nvPr>
            <p:ph type="subTitle"/>
          </p:nvPr>
        </p:nvSpPr>
        <p:spPr>
          <a:xfrm>
            <a:off x="311760" y="1266480"/>
            <a:ext cx="8519760" cy="3302280"/>
          </a:xfrm>
          <a:prstGeom prst="rect">
            <a:avLst/>
          </a:prstGeom>
        </p:spPr>
        <p:txBody>
          <a:bodyPr lIns="0" tIns="0" rIns="0" bIns="0" anchor="ctr"/>
          <a:lstStyle/>
          <a:p>
            <a:pPr algn="ct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 name="PlaceHolder 1"/>
          <p:cNvSpPr>
            <a:spLocks noGrp="1"/>
          </p:cNvSpPr>
          <p:nvPr>
            <p:ph type="title"/>
          </p:nvPr>
        </p:nvSpPr>
        <p:spPr>
          <a:xfrm>
            <a:off x="311760" y="444960"/>
            <a:ext cx="8519760" cy="707400"/>
          </a:xfrm>
          <a:prstGeom prst="rect">
            <a:avLst/>
          </a:prstGeom>
        </p:spPr>
        <p:txBody>
          <a:bodyPr lIns="0" tIns="0" rIns="0" bIns="0" anchor="ctr"/>
          <a:lstStyle/>
          <a:p>
            <a:pPr algn="ctr"/>
            <a:endParaRPr/>
          </a:p>
        </p:txBody>
      </p:sp>
      <p:sp>
        <p:nvSpPr>
          <p:cNvPr id="6" name="PlaceHolder 2"/>
          <p:cNvSpPr>
            <a:spLocks noGrp="1"/>
          </p:cNvSpPr>
          <p:nvPr>
            <p:ph type="body"/>
          </p:nvPr>
        </p:nvSpPr>
        <p:spPr>
          <a:xfrm>
            <a:off x="311760" y="1266480"/>
            <a:ext cx="8519760" cy="3301920"/>
          </a:xfrm>
          <a:prstGeom prst="rect">
            <a:avLst/>
          </a:prstGeom>
        </p:spPr>
        <p:txBody>
          <a:bodyPr lIns="0" tIns="0" rIns="0" bIns="0"/>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311760" y="444960"/>
            <a:ext cx="8519760" cy="707400"/>
          </a:xfrm>
          <a:prstGeom prst="rect">
            <a:avLst/>
          </a:prstGeom>
        </p:spPr>
        <p:txBody>
          <a:bodyPr lIns="0" tIns="0" rIns="0" bIns="0" anchor="ctr"/>
          <a:lstStyle/>
          <a:p>
            <a:pPr algn="ctr"/>
            <a:endParaRPr/>
          </a:p>
        </p:txBody>
      </p:sp>
      <p:sp>
        <p:nvSpPr>
          <p:cNvPr id="8" name="PlaceHolder 2"/>
          <p:cNvSpPr>
            <a:spLocks noGrp="1"/>
          </p:cNvSpPr>
          <p:nvPr>
            <p:ph type="body"/>
          </p:nvPr>
        </p:nvSpPr>
        <p:spPr>
          <a:xfrm>
            <a:off x="311760" y="1266480"/>
            <a:ext cx="4157280" cy="3301920"/>
          </a:xfrm>
          <a:prstGeom prst="rect">
            <a:avLst/>
          </a:prstGeom>
        </p:spPr>
        <p:txBody>
          <a:bodyPr lIns="0" tIns="0" rIns="0" bIns="0"/>
          <a:lstStyle/>
          <a:p>
            <a:endParaRPr/>
          </a:p>
        </p:txBody>
      </p:sp>
      <p:sp>
        <p:nvSpPr>
          <p:cNvPr id="9" name="PlaceHolder 3"/>
          <p:cNvSpPr>
            <a:spLocks noGrp="1"/>
          </p:cNvSpPr>
          <p:nvPr>
            <p:ph type="body"/>
          </p:nvPr>
        </p:nvSpPr>
        <p:spPr>
          <a:xfrm>
            <a:off x="4677120" y="1266480"/>
            <a:ext cx="4157280" cy="3301920"/>
          </a:xfrm>
          <a:prstGeom prst="rect">
            <a:avLst/>
          </a:prstGeom>
        </p:spPr>
        <p:txBody>
          <a:bodyPr lIns="0" tIns="0" rIns="0" bIns="0"/>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 name="PlaceHolder 1"/>
          <p:cNvSpPr>
            <a:spLocks noGrp="1"/>
          </p:cNvSpPr>
          <p:nvPr>
            <p:ph type="title"/>
          </p:nvPr>
        </p:nvSpPr>
        <p:spPr>
          <a:xfrm>
            <a:off x="311760" y="444960"/>
            <a:ext cx="8519760" cy="707400"/>
          </a:xfrm>
          <a:prstGeom prst="rect">
            <a:avLst/>
          </a:prstGeom>
        </p:spPr>
        <p:txBody>
          <a:bodyPr lIns="0" tIns="0" rIns="0" bIns="0" anchor="ctr"/>
          <a:lstStyle/>
          <a:p>
            <a:pPr algn="ct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1" name="PlaceHolder 1"/>
          <p:cNvSpPr>
            <a:spLocks noGrp="1"/>
          </p:cNvSpPr>
          <p:nvPr>
            <p:ph type="subTitle"/>
          </p:nvPr>
        </p:nvSpPr>
        <p:spPr>
          <a:xfrm>
            <a:off x="311760" y="444960"/>
            <a:ext cx="8519760" cy="3279240"/>
          </a:xfrm>
          <a:prstGeom prst="rect">
            <a:avLst/>
          </a:prstGeom>
        </p:spPr>
        <p:txBody>
          <a:bodyPr lIns="0" tIns="0" rIns="0" bIns="0" anchor="ctr"/>
          <a:lstStyle/>
          <a:p>
            <a:pPr algn="ct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311760" y="444960"/>
            <a:ext cx="8519760" cy="707400"/>
          </a:xfrm>
          <a:prstGeom prst="rect">
            <a:avLst/>
          </a:prstGeom>
        </p:spPr>
        <p:txBody>
          <a:bodyPr lIns="0" tIns="0" rIns="0" bIns="0" anchor="ctr"/>
          <a:lstStyle/>
          <a:p>
            <a:pPr algn="ctr"/>
            <a:endParaRPr/>
          </a:p>
        </p:txBody>
      </p:sp>
      <p:sp>
        <p:nvSpPr>
          <p:cNvPr id="13" name="PlaceHolder 2"/>
          <p:cNvSpPr>
            <a:spLocks noGrp="1"/>
          </p:cNvSpPr>
          <p:nvPr>
            <p:ph type="body"/>
          </p:nvPr>
        </p:nvSpPr>
        <p:spPr>
          <a:xfrm>
            <a:off x="311760" y="1266480"/>
            <a:ext cx="4157280" cy="1575000"/>
          </a:xfrm>
          <a:prstGeom prst="rect">
            <a:avLst/>
          </a:prstGeom>
        </p:spPr>
        <p:txBody>
          <a:bodyPr lIns="0" tIns="0" rIns="0" bIns="0"/>
          <a:lstStyle/>
          <a:p>
            <a:endParaRPr/>
          </a:p>
        </p:txBody>
      </p:sp>
      <p:sp>
        <p:nvSpPr>
          <p:cNvPr id="14" name="PlaceHolder 3"/>
          <p:cNvSpPr>
            <a:spLocks noGrp="1"/>
          </p:cNvSpPr>
          <p:nvPr>
            <p:ph type="body"/>
          </p:nvPr>
        </p:nvSpPr>
        <p:spPr>
          <a:xfrm>
            <a:off x="311760" y="2991600"/>
            <a:ext cx="4157280" cy="1575000"/>
          </a:xfrm>
          <a:prstGeom prst="rect">
            <a:avLst/>
          </a:prstGeom>
        </p:spPr>
        <p:txBody>
          <a:bodyPr lIns="0" tIns="0" rIns="0" bIns="0"/>
          <a:lstStyle/>
          <a:p>
            <a:endParaRPr/>
          </a:p>
        </p:txBody>
      </p:sp>
      <p:sp>
        <p:nvSpPr>
          <p:cNvPr id="15" name="PlaceHolder 4"/>
          <p:cNvSpPr>
            <a:spLocks noGrp="1"/>
          </p:cNvSpPr>
          <p:nvPr>
            <p:ph type="body"/>
          </p:nvPr>
        </p:nvSpPr>
        <p:spPr>
          <a:xfrm>
            <a:off x="4677120" y="1266480"/>
            <a:ext cx="4157280" cy="3301920"/>
          </a:xfrm>
          <a:prstGeom prst="rect">
            <a:avLst/>
          </a:prstGeom>
        </p:spPr>
        <p:txBody>
          <a:bodyPr lIns="0" tIns="0" rIns="0" bIns="0"/>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311760" y="444960"/>
            <a:ext cx="8519760" cy="707400"/>
          </a:xfrm>
          <a:prstGeom prst="rect">
            <a:avLst/>
          </a:prstGeom>
        </p:spPr>
        <p:txBody>
          <a:bodyPr lIns="0" tIns="0" rIns="0" bIns="0" anchor="ctr"/>
          <a:lstStyle/>
          <a:p>
            <a:pPr algn="ctr"/>
            <a:endParaRPr/>
          </a:p>
        </p:txBody>
      </p:sp>
      <p:sp>
        <p:nvSpPr>
          <p:cNvPr id="17" name="PlaceHolder 2"/>
          <p:cNvSpPr>
            <a:spLocks noGrp="1"/>
          </p:cNvSpPr>
          <p:nvPr>
            <p:ph type="body"/>
          </p:nvPr>
        </p:nvSpPr>
        <p:spPr>
          <a:xfrm>
            <a:off x="311760" y="1266480"/>
            <a:ext cx="4157280" cy="3301920"/>
          </a:xfrm>
          <a:prstGeom prst="rect">
            <a:avLst/>
          </a:prstGeom>
        </p:spPr>
        <p:txBody>
          <a:bodyPr lIns="0" tIns="0" rIns="0" bIns="0"/>
          <a:lstStyle/>
          <a:p>
            <a:endParaRPr/>
          </a:p>
        </p:txBody>
      </p:sp>
      <p:sp>
        <p:nvSpPr>
          <p:cNvPr id="18" name="PlaceHolder 3"/>
          <p:cNvSpPr>
            <a:spLocks noGrp="1"/>
          </p:cNvSpPr>
          <p:nvPr>
            <p:ph type="body"/>
          </p:nvPr>
        </p:nvSpPr>
        <p:spPr>
          <a:xfrm>
            <a:off x="4677120" y="1266480"/>
            <a:ext cx="4157280" cy="1575000"/>
          </a:xfrm>
          <a:prstGeom prst="rect">
            <a:avLst/>
          </a:prstGeom>
        </p:spPr>
        <p:txBody>
          <a:bodyPr lIns="0" tIns="0" rIns="0" bIns="0"/>
          <a:lstStyle/>
          <a:p>
            <a:endParaRPr/>
          </a:p>
        </p:txBody>
      </p:sp>
      <p:sp>
        <p:nvSpPr>
          <p:cNvPr id="19" name="PlaceHolder 4"/>
          <p:cNvSpPr>
            <a:spLocks noGrp="1"/>
          </p:cNvSpPr>
          <p:nvPr>
            <p:ph type="body"/>
          </p:nvPr>
        </p:nvSpPr>
        <p:spPr>
          <a:xfrm>
            <a:off x="4677120" y="2991600"/>
            <a:ext cx="4157280" cy="1575000"/>
          </a:xfrm>
          <a:prstGeom prst="rect">
            <a:avLst/>
          </a:prstGeom>
        </p:spPr>
        <p:txBody>
          <a:bodyPr lIns="0" tIns="0" rIns="0" bIns="0"/>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311760" y="444960"/>
            <a:ext cx="8519760" cy="707400"/>
          </a:xfrm>
          <a:prstGeom prst="rect">
            <a:avLst/>
          </a:prstGeom>
        </p:spPr>
        <p:txBody>
          <a:bodyPr lIns="0" tIns="0" rIns="0" bIns="0" anchor="ctr"/>
          <a:lstStyle/>
          <a:p>
            <a:pPr algn="ctr"/>
            <a:endParaRPr/>
          </a:p>
        </p:txBody>
      </p:sp>
      <p:sp>
        <p:nvSpPr>
          <p:cNvPr id="21" name="PlaceHolder 2"/>
          <p:cNvSpPr>
            <a:spLocks noGrp="1"/>
          </p:cNvSpPr>
          <p:nvPr>
            <p:ph type="body"/>
          </p:nvPr>
        </p:nvSpPr>
        <p:spPr>
          <a:xfrm>
            <a:off x="311760" y="1266480"/>
            <a:ext cx="4157280" cy="1575000"/>
          </a:xfrm>
          <a:prstGeom prst="rect">
            <a:avLst/>
          </a:prstGeom>
        </p:spPr>
        <p:txBody>
          <a:bodyPr lIns="0" tIns="0" rIns="0" bIns="0"/>
          <a:lstStyle/>
          <a:p>
            <a:endParaRPr/>
          </a:p>
        </p:txBody>
      </p:sp>
      <p:sp>
        <p:nvSpPr>
          <p:cNvPr id="22" name="PlaceHolder 3"/>
          <p:cNvSpPr>
            <a:spLocks noGrp="1"/>
          </p:cNvSpPr>
          <p:nvPr>
            <p:ph type="body"/>
          </p:nvPr>
        </p:nvSpPr>
        <p:spPr>
          <a:xfrm>
            <a:off x="4677120" y="1266480"/>
            <a:ext cx="4157280" cy="1575000"/>
          </a:xfrm>
          <a:prstGeom prst="rect">
            <a:avLst/>
          </a:prstGeom>
        </p:spPr>
        <p:txBody>
          <a:bodyPr lIns="0" tIns="0" rIns="0" bIns="0"/>
          <a:lstStyle/>
          <a:p>
            <a:endParaRPr/>
          </a:p>
        </p:txBody>
      </p:sp>
      <p:sp>
        <p:nvSpPr>
          <p:cNvPr id="23" name="PlaceHolder 4"/>
          <p:cNvSpPr>
            <a:spLocks noGrp="1"/>
          </p:cNvSpPr>
          <p:nvPr>
            <p:ph type="body"/>
          </p:nvPr>
        </p:nvSpPr>
        <p:spPr>
          <a:xfrm>
            <a:off x="311760" y="2991600"/>
            <a:ext cx="8519760" cy="1575000"/>
          </a:xfrm>
          <a:prstGeom prst="rect">
            <a:avLst/>
          </a:prstGeom>
        </p:spPr>
        <p:txBody>
          <a:bodyPr lIns="0" tIns="0" rIns="0" bIns="0"/>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311760" y="444960"/>
            <a:ext cx="8519760" cy="707400"/>
          </a:xfrm>
          <a:prstGeom prst="rect">
            <a:avLst/>
          </a:prstGeom>
        </p:spPr>
        <p:txBody>
          <a:bodyPr lIns="0" tIns="0" rIns="0" bIns="0" anchor="ctr"/>
          <a:lstStyle/>
          <a:p>
            <a:pPr algn="ctr"/>
            <a:endParaRPr/>
          </a:p>
        </p:txBody>
      </p:sp>
      <p:sp>
        <p:nvSpPr>
          <p:cNvPr id="25" name="PlaceHolder 2"/>
          <p:cNvSpPr>
            <a:spLocks noGrp="1"/>
          </p:cNvSpPr>
          <p:nvPr>
            <p:ph type="body"/>
          </p:nvPr>
        </p:nvSpPr>
        <p:spPr>
          <a:xfrm>
            <a:off x="311760" y="1266480"/>
            <a:ext cx="8519760" cy="1575000"/>
          </a:xfrm>
          <a:prstGeom prst="rect">
            <a:avLst/>
          </a:prstGeom>
        </p:spPr>
        <p:txBody>
          <a:bodyPr lIns="0" tIns="0" rIns="0" bIns="0"/>
          <a:lstStyle/>
          <a:p>
            <a:endParaRPr/>
          </a:p>
        </p:txBody>
      </p:sp>
      <p:sp>
        <p:nvSpPr>
          <p:cNvPr id="26" name="PlaceHolder 3"/>
          <p:cNvSpPr>
            <a:spLocks noGrp="1"/>
          </p:cNvSpPr>
          <p:nvPr>
            <p:ph type="body"/>
          </p:nvPr>
        </p:nvSpPr>
        <p:spPr>
          <a:xfrm>
            <a:off x="311760" y="2991600"/>
            <a:ext cx="8519760" cy="1575000"/>
          </a:xfrm>
          <a:prstGeom prst="rect">
            <a:avLst/>
          </a:prstGeom>
        </p:spPr>
        <p:txBody>
          <a:bodyPr lIns="0" tIns="0" rIns="0" bIns="0"/>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311760" y="444960"/>
            <a:ext cx="8519760" cy="707400"/>
          </a:xfrm>
          <a:prstGeom prst="rect">
            <a:avLst/>
          </a:prstGeom>
        </p:spPr>
        <p:txBody>
          <a:bodyPr lIns="0" tIns="0" rIns="0" bIns="0" anchor="ctr"/>
          <a:lstStyle/>
          <a:p>
            <a:pPr algn="ctr"/>
            <a:endParaRPr/>
          </a:p>
        </p:txBody>
      </p:sp>
      <p:sp>
        <p:nvSpPr>
          <p:cNvPr id="28" name="PlaceHolder 2"/>
          <p:cNvSpPr>
            <a:spLocks noGrp="1"/>
          </p:cNvSpPr>
          <p:nvPr>
            <p:ph type="body"/>
          </p:nvPr>
        </p:nvSpPr>
        <p:spPr>
          <a:xfrm>
            <a:off x="311760" y="1266480"/>
            <a:ext cx="4157280" cy="1575000"/>
          </a:xfrm>
          <a:prstGeom prst="rect">
            <a:avLst/>
          </a:prstGeom>
        </p:spPr>
        <p:txBody>
          <a:bodyPr lIns="0" tIns="0" rIns="0" bIns="0"/>
          <a:lstStyle/>
          <a:p>
            <a:endParaRPr/>
          </a:p>
        </p:txBody>
      </p:sp>
      <p:sp>
        <p:nvSpPr>
          <p:cNvPr id="29" name="PlaceHolder 3"/>
          <p:cNvSpPr>
            <a:spLocks noGrp="1"/>
          </p:cNvSpPr>
          <p:nvPr>
            <p:ph type="body"/>
          </p:nvPr>
        </p:nvSpPr>
        <p:spPr>
          <a:xfrm>
            <a:off x="4677120" y="1266480"/>
            <a:ext cx="4157280" cy="1575000"/>
          </a:xfrm>
          <a:prstGeom prst="rect">
            <a:avLst/>
          </a:prstGeom>
        </p:spPr>
        <p:txBody>
          <a:bodyPr lIns="0" tIns="0" rIns="0" bIns="0"/>
          <a:lstStyle/>
          <a:p>
            <a:endParaRPr/>
          </a:p>
        </p:txBody>
      </p:sp>
      <p:sp>
        <p:nvSpPr>
          <p:cNvPr id="30" name="PlaceHolder 4"/>
          <p:cNvSpPr>
            <a:spLocks noGrp="1"/>
          </p:cNvSpPr>
          <p:nvPr>
            <p:ph type="body"/>
          </p:nvPr>
        </p:nvSpPr>
        <p:spPr>
          <a:xfrm>
            <a:off x="4677120" y="2991600"/>
            <a:ext cx="4157280" cy="1575000"/>
          </a:xfrm>
          <a:prstGeom prst="rect">
            <a:avLst/>
          </a:prstGeom>
        </p:spPr>
        <p:txBody>
          <a:bodyPr lIns="0" tIns="0" rIns="0" bIns="0"/>
          <a:lstStyle/>
          <a:p>
            <a:endParaRPr/>
          </a:p>
        </p:txBody>
      </p:sp>
      <p:sp>
        <p:nvSpPr>
          <p:cNvPr id="31" name="PlaceHolder 5"/>
          <p:cNvSpPr>
            <a:spLocks noGrp="1"/>
          </p:cNvSpPr>
          <p:nvPr>
            <p:ph type="body"/>
          </p:nvPr>
        </p:nvSpPr>
        <p:spPr>
          <a:xfrm>
            <a:off x="311760" y="2991600"/>
            <a:ext cx="4157280" cy="1575000"/>
          </a:xfrm>
          <a:prstGeom prst="rect">
            <a:avLst/>
          </a:prstGeom>
        </p:spPr>
        <p:txBody>
          <a:bodyPr lIns="0" tIns="0" rIns="0" bIns="0"/>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311760" y="444960"/>
            <a:ext cx="8519760" cy="707400"/>
          </a:xfrm>
          <a:prstGeom prst="rect">
            <a:avLst/>
          </a:prstGeom>
        </p:spPr>
        <p:txBody>
          <a:bodyPr lIns="0" tIns="0" rIns="0" bIns="0" anchor="ctr"/>
          <a:lstStyle/>
          <a:p>
            <a:pPr algn="ctr"/>
            <a:endParaRPr/>
          </a:p>
        </p:txBody>
      </p:sp>
      <p:sp>
        <p:nvSpPr>
          <p:cNvPr id="33" name="PlaceHolder 2"/>
          <p:cNvSpPr>
            <a:spLocks noGrp="1"/>
          </p:cNvSpPr>
          <p:nvPr>
            <p:ph type="body"/>
          </p:nvPr>
        </p:nvSpPr>
        <p:spPr>
          <a:xfrm>
            <a:off x="311760" y="1266480"/>
            <a:ext cx="8519760" cy="3301920"/>
          </a:xfrm>
          <a:prstGeom prst="rect">
            <a:avLst/>
          </a:prstGeom>
        </p:spPr>
        <p:txBody>
          <a:bodyPr lIns="0" tIns="0" rIns="0" bIns="0"/>
          <a:lstStyle/>
          <a:p>
            <a:endParaRPr/>
          </a:p>
        </p:txBody>
      </p:sp>
      <p:sp>
        <p:nvSpPr>
          <p:cNvPr id="34" name="PlaceHolder 3"/>
          <p:cNvSpPr>
            <a:spLocks noGrp="1"/>
          </p:cNvSpPr>
          <p:nvPr>
            <p:ph type="body"/>
          </p:nvPr>
        </p:nvSpPr>
        <p:spPr>
          <a:xfrm>
            <a:off x="311760" y="1266480"/>
            <a:ext cx="8519760" cy="3301920"/>
          </a:xfrm>
          <a:prstGeom prst="rect">
            <a:avLst/>
          </a:prstGeom>
        </p:spPr>
        <p:txBody>
          <a:bodyPr lIns="0" tIns="0" rIns="0" bIns="0"/>
          <a:lstStyle/>
          <a:p>
            <a:endParaRPr/>
          </a:p>
        </p:txBody>
      </p:sp>
      <p:pic>
        <p:nvPicPr>
          <p:cNvPr id="35" name="Picture 34"/>
          <p:cNvPicPr/>
          <p:nvPr/>
        </p:nvPicPr>
        <p:blipFill>
          <a:blip r:embed="rId2"/>
          <a:stretch>
            <a:fillRect/>
          </a:stretch>
        </p:blipFill>
        <p:spPr>
          <a:xfrm>
            <a:off x="2502360" y="1266480"/>
            <a:ext cx="4138200" cy="3301920"/>
          </a:xfrm>
          <a:prstGeom prst="rect">
            <a:avLst/>
          </a:prstGeom>
          <a:ln>
            <a:noFill/>
          </a:ln>
        </p:spPr>
      </p:pic>
      <p:pic>
        <p:nvPicPr>
          <p:cNvPr id="36" name="Picture 35"/>
          <p:cNvPicPr/>
          <p:nvPr/>
        </p:nvPicPr>
        <p:blipFill>
          <a:blip r:embed="rId2"/>
          <a:stretch>
            <a:fillRect/>
          </a:stretch>
        </p:blipFill>
        <p:spPr>
          <a:xfrm>
            <a:off x="2502360" y="1266480"/>
            <a:ext cx="4138200" cy="3301920"/>
          </a:xfrm>
          <a:prstGeom prst="rect">
            <a:avLst/>
          </a:prstGeom>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39" name="PlaceHolder 1"/>
          <p:cNvSpPr>
            <a:spLocks noGrp="1"/>
          </p:cNvSpPr>
          <p:nvPr>
            <p:ph type="title"/>
          </p:nvPr>
        </p:nvSpPr>
        <p:spPr>
          <a:xfrm>
            <a:off x="311760" y="444960"/>
            <a:ext cx="8519760" cy="707400"/>
          </a:xfrm>
          <a:prstGeom prst="rect">
            <a:avLst/>
          </a:prstGeom>
        </p:spPr>
        <p:txBody>
          <a:bodyPr lIns="0" tIns="0" rIns="0" bIns="0" anchor="ctr"/>
          <a:lstStyle/>
          <a:p>
            <a:pPr algn="ctr"/>
            <a:endParaRPr/>
          </a:p>
        </p:txBody>
      </p:sp>
      <p:sp>
        <p:nvSpPr>
          <p:cNvPr id="40" name="PlaceHolder 2"/>
          <p:cNvSpPr>
            <a:spLocks noGrp="1"/>
          </p:cNvSpPr>
          <p:nvPr>
            <p:ph type="subTitle"/>
          </p:nvPr>
        </p:nvSpPr>
        <p:spPr>
          <a:xfrm>
            <a:off x="311760" y="1266480"/>
            <a:ext cx="8519760" cy="3302280"/>
          </a:xfrm>
          <a:prstGeom prst="rect">
            <a:avLst/>
          </a:prstGeom>
        </p:spPr>
        <p:txBody>
          <a:bodyPr lIns="0" tIns="0" rIns="0" bIns="0" anchor="ctr"/>
          <a:lstStyle/>
          <a:p>
            <a:pPr algn="ct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311760" y="444960"/>
            <a:ext cx="8519760" cy="707400"/>
          </a:xfrm>
          <a:prstGeom prst="rect">
            <a:avLst/>
          </a:prstGeom>
        </p:spPr>
        <p:txBody>
          <a:bodyPr lIns="0" tIns="0" rIns="0" bIns="0" anchor="ctr"/>
          <a:lstStyle/>
          <a:p>
            <a:pPr algn="ctr"/>
            <a:endParaRPr/>
          </a:p>
        </p:txBody>
      </p:sp>
      <p:sp>
        <p:nvSpPr>
          <p:cNvPr id="42" name="PlaceHolder 2"/>
          <p:cNvSpPr>
            <a:spLocks noGrp="1"/>
          </p:cNvSpPr>
          <p:nvPr>
            <p:ph type="body"/>
          </p:nvPr>
        </p:nvSpPr>
        <p:spPr>
          <a:xfrm>
            <a:off x="311760" y="1266480"/>
            <a:ext cx="8519760" cy="3301920"/>
          </a:xfrm>
          <a:prstGeom prst="rect">
            <a:avLst/>
          </a:prstGeom>
        </p:spPr>
        <p:txBody>
          <a:bodyPr lIns="0" tIns="0" rIns="0" bIns="0"/>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3" name="PlaceHolder 1"/>
          <p:cNvSpPr>
            <a:spLocks noGrp="1"/>
          </p:cNvSpPr>
          <p:nvPr>
            <p:ph type="title"/>
          </p:nvPr>
        </p:nvSpPr>
        <p:spPr>
          <a:xfrm>
            <a:off x="311760" y="444960"/>
            <a:ext cx="8519760" cy="707400"/>
          </a:xfrm>
          <a:prstGeom prst="rect">
            <a:avLst/>
          </a:prstGeom>
        </p:spPr>
        <p:txBody>
          <a:bodyPr lIns="0" tIns="0" rIns="0" bIns="0" anchor="ctr"/>
          <a:lstStyle/>
          <a:p>
            <a:pPr algn="ctr"/>
            <a:endParaRPr/>
          </a:p>
        </p:txBody>
      </p:sp>
      <p:sp>
        <p:nvSpPr>
          <p:cNvPr id="44" name="PlaceHolder 2"/>
          <p:cNvSpPr>
            <a:spLocks noGrp="1"/>
          </p:cNvSpPr>
          <p:nvPr>
            <p:ph type="body"/>
          </p:nvPr>
        </p:nvSpPr>
        <p:spPr>
          <a:xfrm>
            <a:off x="311760" y="1266480"/>
            <a:ext cx="4157280" cy="3301920"/>
          </a:xfrm>
          <a:prstGeom prst="rect">
            <a:avLst/>
          </a:prstGeom>
        </p:spPr>
        <p:txBody>
          <a:bodyPr lIns="0" tIns="0" rIns="0" bIns="0"/>
          <a:lstStyle/>
          <a:p>
            <a:endParaRPr/>
          </a:p>
        </p:txBody>
      </p:sp>
      <p:sp>
        <p:nvSpPr>
          <p:cNvPr id="45" name="PlaceHolder 3"/>
          <p:cNvSpPr>
            <a:spLocks noGrp="1"/>
          </p:cNvSpPr>
          <p:nvPr>
            <p:ph type="body"/>
          </p:nvPr>
        </p:nvSpPr>
        <p:spPr>
          <a:xfrm>
            <a:off x="4677120" y="1266480"/>
            <a:ext cx="4157280" cy="3301920"/>
          </a:xfrm>
          <a:prstGeom prst="rect">
            <a:avLst/>
          </a:prstGeom>
        </p:spPr>
        <p:txBody>
          <a:bodyPr lIns="0" tIns="0" rIns="0" bIns="0"/>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46" name="PlaceHolder 1"/>
          <p:cNvSpPr>
            <a:spLocks noGrp="1"/>
          </p:cNvSpPr>
          <p:nvPr>
            <p:ph type="title"/>
          </p:nvPr>
        </p:nvSpPr>
        <p:spPr>
          <a:xfrm>
            <a:off x="311760" y="444960"/>
            <a:ext cx="8519760" cy="707400"/>
          </a:xfrm>
          <a:prstGeom prst="rect">
            <a:avLst/>
          </a:prstGeom>
        </p:spPr>
        <p:txBody>
          <a:bodyPr lIns="0" tIns="0" rIns="0" bIns="0" anchor="ctr"/>
          <a:lstStyle/>
          <a:p>
            <a:pPr algn="ct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47" name="PlaceHolder 1"/>
          <p:cNvSpPr>
            <a:spLocks noGrp="1"/>
          </p:cNvSpPr>
          <p:nvPr>
            <p:ph type="subTitle"/>
          </p:nvPr>
        </p:nvSpPr>
        <p:spPr>
          <a:xfrm>
            <a:off x="311760" y="444960"/>
            <a:ext cx="8519760" cy="3279240"/>
          </a:xfrm>
          <a:prstGeom prst="rect">
            <a:avLst/>
          </a:prstGeom>
        </p:spPr>
        <p:txBody>
          <a:bodyPr lIns="0" tIns="0" rIns="0" bIns="0" anchor="ctr"/>
          <a:lstStyle/>
          <a:p>
            <a:pPr algn="ct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311760" y="444960"/>
            <a:ext cx="8519760" cy="707400"/>
          </a:xfrm>
          <a:prstGeom prst="rect">
            <a:avLst/>
          </a:prstGeom>
        </p:spPr>
        <p:txBody>
          <a:bodyPr lIns="0" tIns="0" rIns="0" bIns="0" anchor="ctr"/>
          <a:lstStyle/>
          <a:p>
            <a:pPr algn="ctr"/>
            <a:endParaRPr/>
          </a:p>
        </p:txBody>
      </p:sp>
      <p:sp>
        <p:nvSpPr>
          <p:cNvPr id="49" name="PlaceHolder 2"/>
          <p:cNvSpPr>
            <a:spLocks noGrp="1"/>
          </p:cNvSpPr>
          <p:nvPr>
            <p:ph type="body"/>
          </p:nvPr>
        </p:nvSpPr>
        <p:spPr>
          <a:xfrm>
            <a:off x="311760" y="1266480"/>
            <a:ext cx="4157280" cy="1575000"/>
          </a:xfrm>
          <a:prstGeom prst="rect">
            <a:avLst/>
          </a:prstGeom>
        </p:spPr>
        <p:txBody>
          <a:bodyPr lIns="0" tIns="0" rIns="0" bIns="0"/>
          <a:lstStyle/>
          <a:p>
            <a:endParaRPr/>
          </a:p>
        </p:txBody>
      </p:sp>
      <p:sp>
        <p:nvSpPr>
          <p:cNvPr id="50" name="PlaceHolder 3"/>
          <p:cNvSpPr>
            <a:spLocks noGrp="1"/>
          </p:cNvSpPr>
          <p:nvPr>
            <p:ph type="body"/>
          </p:nvPr>
        </p:nvSpPr>
        <p:spPr>
          <a:xfrm>
            <a:off x="311760" y="2991600"/>
            <a:ext cx="4157280" cy="1575000"/>
          </a:xfrm>
          <a:prstGeom prst="rect">
            <a:avLst/>
          </a:prstGeom>
        </p:spPr>
        <p:txBody>
          <a:bodyPr lIns="0" tIns="0" rIns="0" bIns="0"/>
          <a:lstStyle/>
          <a:p>
            <a:endParaRPr/>
          </a:p>
        </p:txBody>
      </p:sp>
      <p:sp>
        <p:nvSpPr>
          <p:cNvPr id="51" name="PlaceHolder 4"/>
          <p:cNvSpPr>
            <a:spLocks noGrp="1"/>
          </p:cNvSpPr>
          <p:nvPr>
            <p:ph type="body"/>
          </p:nvPr>
        </p:nvSpPr>
        <p:spPr>
          <a:xfrm>
            <a:off x="4677120" y="1266480"/>
            <a:ext cx="4157280" cy="3301920"/>
          </a:xfrm>
          <a:prstGeom prst="rect">
            <a:avLst/>
          </a:prstGeom>
        </p:spPr>
        <p:txBody>
          <a:bodyPr lIns="0" tIns="0" rIns="0" bIns="0"/>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2" name="PlaceHolder 1"/>
          <p:cNvSpPr>
            <a:spLocks noGrp="1"/>
          </p:cNvSpPr>
          <p:nvPr>
            <p:ph type="title"/>
          </p:nvPr>
        </p:nvSpPr>
        <p:spPr>
          <a:xfrm>
            <a:off x="311760" y="444960"/>
            <a:ext cx="8519760" cy="707400"/>
          </a:xfrm>
          <a:prstGeom prst="rect">
            <a:avLst/>
          </a:prstGeom>
        </p:spPr>
        <p:txBody>
          <a:bodyPr lIns="0" tIns="0" rIns="0" bIns="0" anchor="ctr"/>
          <a:lstStyle/>
          <a:p>
            <a:pPr algn="ctr"/>
            <a:endParaRPr/>
          </a:p>
        </p:txBody>
      </p:sp>
      <p:sp>
        <p:nvSpPr>
          <p:cNvPr id="53" name="PlaceHolder 2"/>
          <p:cNvSpPr>
            <a:spLocks noGrp="1"/>
          </p:cNvSpPr>
          <p:nvPr>
            <p:ph type="body"/>
          </p:nvPr>
        </p:nvSpPr>
        <p:spPr>
          <a:xfrm>
            <a:off x="311760" y="1266480"/>
            <a:ext cx="4157280" cy="3301920"/>
          </a:xfrm>
          <a:prstGeom prst="rect">
            <a:avLst/>
          </a:prstGeom>
        </p:spPr>
        <p:txBody>
          <a:bodyPr lIns="0" tIns="0" rIns="0" bIns="0"/>
          <a:lstStyle/>
          <a:p>
            <a:endParaRPr/>
          </a:p>
        </p:txBody>
      </p:sp>
      <p:sp>
        <p:nvSpPr>
          <p:cNvPr id="54" name="PlaceHolder 3"/>
          <p:cNvSpPr>
            <a:spLocks noGrp="1"/>
          </p:cNvSpPr>
          <p:nvPr>
            <p:ph type="body"/>
          </p:nvPr>
        </p:nvSpPr>
        <p:spPr>
          <a:xfrm>
            <a:off x="4677120" y="1266480"/>
            <a:ext cx="4157280" cy="1575000"/>
          </a:xfrm>
          <a:prstGeom prst="rect">
            <a:avLst/>
          </a:prstGeom>
        </p:spPr>
        <p:txBody>
          <a:bodyPr lIns="0" tIns="0" rIns="0" bIns="0"/>
          <a:lstStyle/>
          <a:p>
            <a:endParaRPr/>
          </a:p>
        </p:txBody>
      </p:sp>
      <p:sp>
        <p:nvSpPr>
          <p:cNvPr id="55" name="PlaceHolder 4"/>
          <p:cNvSpPr>
            <a:spLocks noGrp="1"/>
          </p:cNvSpPr>
          <p:nvPr>
            <p:ph type="body"/>
          </p:nvPr>
        </p:nvSpPr>
        <p:spPr>
          <a:xfrm>
            <a:off x="4677120" y="2991600"/>
            <a:ext cx="4157280" cy="1575000"/>
          </a:xfrm>
          <a:prstGeom prst="rect">
            <a:avLst/>
          </a:prstGeom>
        </p:spPr>
        <p:txBody>
          <a:bodyPr lIns="0" tIns="0" rIns="0" bIns="0"/>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56" name="PlaceHolder 1"/>
          <p:cNvSpPr>
            <a:spLocks noGrp="1"/>
          </p:cNvSpPr>
          <p:nvPr>
            <p:ph type="title"/>
          </p:nvPr>
        </p:nvSpPr>
        <p:spPr>
          <a:xfrm>
            <a:off x="311760" y="444960"/>
            <a:ext cx="8519760" cy="707400"/>
          </a:xfrm>
          <a:prstGeom prst="rect">
            <a:avLst/>
          </a:prstGeom>
        </p:spPr>
        <p:txBody>
          <a:bodyPr lIns="0" tIns="0" rIns="0" bIns="0" anchor="ctr"/>
          <a:lstStyle/>
          <a:p>
            <a:pPr algn="ctr"/>
            <a:endParaRPr/>
          </a:p>
        </p:txBody>
      </p:sp>
      <p:sp>
        <p:nvSpPr>
          <p:cNvPr id="57" name="PlaceHolder 2"/>
          <p:cNvSpPr>
            <a:spLocks noGrp="1"/>
          </p:cNvSpPr>
          <p:nvPr>
            <p:ph type="body"/>
          </p:nvPr>
        </p:nvSpPr>
        <p:spPr>
          <a:xfrm>
            <a:off x="311760" y="1266480"/>
            <a:ext cx="4157280" cy="1575000"/>
          </a:xfrm>
          <a:prstGeom prst="rect">
            <a:avLst/>
          </a:prstGeom>
        </p:spPr>
        <p:txBody>
          <a:bodyPr lIns="0" tIns="0" rIns="0" bIns="0"/>
          <a:lstStyle/>
          <a:p>
            <a:endParaRPr/>
          </a:p>
        </p:txBody>
      </p:sp>
      <p:sp>
        <p:nvSpPr>
          <p:cNvPr id="58" name="PlaceHolder 3"/>
          <p:cNvSpPr>
            <a:spLocks noGrp="1"/>
          </p:cNvSpPr>
          <p:nvPr>
            <p:ph type="body"/>
          </p:nvPr>
        </p:nvSpPr>
        <p:spPr>
          <a:xfrm>
            <a:off x="4677120" y="1266480"/>
            <a:ext cx="4157280" cy="1575000"/>
          </a:xfrm>
          <a:prstGeom prst="rect">
            <a:avLst/>
          </a:prstGeom>
        </p:spPr>
        <p:txBody>
          <a:bodyPr lIns="0" tIns="0" rIns="0" bIns="0"/>
          <a:lstStyle/>
          <a:p>
            <a:endParaRPr/>
          </a:p>
        </p:txBody>
      </p:sp>
      <p:sp>
        <p:nvSpPr>
          <p:cNvPr id="59" name="PlaceHolder 4"/>
          <p:cNvSpPr>
            <a:spLocks noGrp="1"/>
          </p:cNvSpPr>
          <p:nvPr>
            <p:ph type="body"/>
          </p:nvPr>
        </p:nvSpPr>
        <p:spPr>
          <a:xfrm>
            <a:off x="311760" y="2991600"/>
            <a:ext cx="8519760" cy="1575000"/>
          </a:xfrm>
          <a:prstGeom prst="rect">
            <a:avLst/>
          </a:prstGeom>
        </p:spPr>
        <p:txBody>
          <a:bodyPr lIns="0" tIns="0" rIns="0" bIns="0"/>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311760" y="444960"/>
            <a:ext cx="8519760" cy="707400"/>
          </a:xfrm>
          <a:prstGeom prst="rect">
            <a:avLst/>
          </a:prstGeom>
        </p:spPr>
        <p:txBody>
          <a:bodyPr lIns="0" tIns="0" rIns="0" bIns="0" anchor="ctr"/>
          <a:lstStyle/>
          <a:p>
            <a:pPr algn="ctr"/>
            <a:endParaRPr/>
          </a:p>
        </p:txBody>
      </p:sp>
      <p:sp>
        <p:nvSpPr>
          <p:cNvPr id="61" name="PlaceHolder 2"/>
          <p:cNvSpPr>
            <a:spLocks noGrp="1"/>
          </p:cNvSpPr>
          <p:nvPr>
            <p:ph type="body"/>
          </p:nvPr>
        </p:nvSpPr>
        <p:spPr>
          <a:xfrm>
            <a:off x="311760" y="1266480"/>
            <a:ext cx="8519760" cy="1575000"/>
          </a:xfrm>
          <a:prstGeom prst="rect">
            <a:avLst/>
          </a:prstGeom>
        </p:spPr>
        <p:txBody>
          <a:bodyPr lIns="0" tIns="0" rIns="0" bIns="0"/>
          <a:lstStyle/>
          <a:p>
            <a:endParaRPr/>
          </a:p>
        </p:txBody>
      </p:sp>
      <p:sp>
        <p:nvSpPr>
          <p:cNvPr id="62" name="PlaceHolder 3"/>
          <p:cNvSpPr>
            <a:spLocks noGrp="1"/>
          </p:cNvSpPr>
          <p:nvPr>
            <p:ph type="body"/>
          </p:nvPr>
        </p:nvSpPr>
        <p:spPr>
          <a:xfrm>
            <a:off x="311760" y="2991600"/>
            <a:ext cx="8519760" cy="1575000"/>
          </a:xfrm>
          <a:prstGeom prst="rect">
            <a:avLst/>
          </a:prstGeom>
        </p:spPr>
        <p:txBody>
          <a:bodyPr lIns="0" tIns="0" rIns="0" bIns="0"/>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311760" y="444960"/>
            <a:ext cx="8519760" cy="707400"/>
          </a:xfrm>
          <a:prstGeom prst="rect">
            <a:avLst/>
          </a:prstGeom>
        </p:spPr>
        <p:txBody>
          <a:bodyPr lIns="0" tIns="0" rIns="0" bIns="0" anchor="ctr"/>
          <a:lstStyle/>
          <a:p>
            <a:pPr algn="ctr"/>
            <a:endParaRPr/>
          </a:p>
        </p:txBody>
      </p:sp>
      <p:sp>
        <p:nvSpPr>
          <p:cNvPr id="64" name="PlaceHolder 2"/>
          <p:cNvSpPr>
            <a:spLocks noGrp="1"/>
          </p:cNvSpPr>
          <p:nvPr>
            <p:ph type="body"/>
          </p:nvPr>
        </p:nvSpPr>
        <p:spPr>
          <a:xfrm>
            <a:off x="311760" y="1266480"/>
            <a:ext cx="4157280" cy="1575000"/>
          </a:xfrm>
          <a:prstGeom prst="rect">
            <a:avLst/>
          </a:prstGeom>
        </p:spPr>
        <p:txBody>
          <a:bodyPr lIns="0" tIns="0" rIns="0" bIns="0"/>
          <a:lstStyle/>
          <a:p>
            <a:endParaRPr/>
          </a:p>
        </p:txBody>
      </p:sp>
      <p:sp>
        <p:nvSpPr>
          <p:cNvPr id="65" name="PlaceHolder 3"/>
          <p:cNvSpPr>
            <a:spLocks noGrp="1"/>
          </p:cNvSpPr>
          <p:nvPr>
            <p:ph type="body"/>
          </p:nvPr>
        </p:nvSpPr>
        <p:spPr>
          <a:xfrm>
            <a:off x="4677120" y="1266480"/>
            <a:ext cx="4157280" cy="1575000"/>
          </a:xfrm>
          <a:prstGeom prst="rect">
            <a:avLst/>
          </a:prstGeom>
        </p:spPr>
        <p:txBody>
          <a:bodyPr lIns="0" tIns="0" rIns="0" bIns="0"/>
          <a:lstStyle/>
          <a:p>
            <a:endParaRPr/>
          </a:p>
        </p:txBody>
      </p:sp>
      <p:sp>
        <p:nvSpPr>
          <p:cNvPr id="66" name="PlaceHolder 4"/>
          <p:cNvSpPr>
            <a:spLocks noGrp="1"/>
          </p:cNvSpPr>
          <p:nvPr>
            <p:ph type="body"/>
          </p:nvPr>
        </p:nvSpPr>
        <p:spPr>
          <a:xfrm>
            <a:off x="4677120" y="2991600"/>
            <a:ext cx="4157280" cy="1575000"/>
          </a:xfrm>
          <a:prstGeom prst="rect">
            <a:avLst/>
          </a:prstGeom>
        </p:spPr>
        <p:txBody>
          <a:bodyPr lIns="0" tIns="0" rIns="0" bIns="0"/>
          <a:lstStyle/>
          <a:p>
            <a:endParaRPr/>
          </a:p>
        </p:txBody>
      </p:sp>
      <p:sp>
        <p:nvSpPr>
          <p:cNvPr id="67" name="PlaceHolder 5"/>
          <p:cNvSpPr>
            <a:spLocks noGrp="1"/>
          </p:cNvSpPr>
          <p:nvPr>
            <p:ph type="body"/>
          </p:nvPr>
        </p:nvSpPr>
        <p:spPr>
          <a:xfrm>
            <a:off x="311760" y="2991600"/>
            <a:ext cx="4157280" cy="1575000"/>
          </a:xfrm>
          <a:prstGeom prst="rect">
            <a:avLst/>
          </a:prstGeom>
        </p:spPr>
        <p:txBody>
          <a:bodyPr lIns="0" tIns="0" rIns="0" bIns="0"/>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68" name="PlaceHolder 1"/>
          <p:cNvSpPr>
            <a:spLocks noGrp="1"/>
          </p:cNvSpPr>
          <p:nvPr>
            <p:ph type="title"/>
          </p:nvPr>
        </p:nvSpPr>
        <p:spPr>
          <a:xfrm>
            <a:off x="311760" y="444960"/>
            <a:ext cx="8519760" cy="707400"/>
          </a:xfrm>
          <a:prstGeom prst="rect">
            <a:avLst/>
          </a:prstGeom>
        </p:spPr>
        <p:txBody>
          <a:bodyPr lIns="0" tIns="0" rIns="0" bIns="0" anchor="ctr"/>
          <a:lstStyle/>
          <a:p>
            <a:pPr algn="ctr"/>
            <a:endParaRPr/>
          </a:p>
        </p:txBody>
      </p:sp>
      <p:sp>
        <p:nvSpPr>
          <p:cNvPr id="69" name="PlaceHolder 2"/>
          <p:cNvSpPr>
            <a:spLocks noGrp="1"/>
          </p:cNvSpPr>
          <p:nvPr>
            <p:ph type="body"/>
          </p:nvPr>
        </p:nvSpPr>
        <p:spPr>
          <a:xfrm>
            <a:off x="311760" y="1266480"/>
            <a:ext cx="8519760" cy="3301920"/>
          </a:xfrm>
          <a:prstGeom prst="rect">
            <a:avLst/>
          </a:prstGeom>
        </p:spPr>
        <p:txBody>
          <a:bodyPr lIns="0" tIns="0" rIns="0" bIns="0"/>
          <a:lstStyle/>
          <a:p>
            <a:endParaRPr/>
          </a:p>
        </p:txBody>
      </p:sp>
      <p:sp>
        <p:nvSpPr>
          <p:cNvPr id="70" name="PlaceHolder 3"/>
          <p:cNvSpPr>
            <a:spLocks noGrp="1"/>
          </p:cNvSpPr>
          <p:nvPr>
            <p:ph type="body"/>
          </p:nvPr>
        </p:nvSpPr>
        <p:spPr>
          <a:xfrm>
            <a:off x="311760" y="1266480"/>
            <a:ext cx="8519760" cy="3301920"/>
          </a:xfrm>
          <a:prstGeom prst="rect">
            <a:avLst/>
          </a:prstGeom>
        </p:spPr>
        <p:txBody>
          <a:bodyPr lIns="0" tIns="0" rIns="0" bIns="0"/>
          <a:lstStyle/>
          <a:p>
            <a:endParaRPr/>
          </a:p>
        </p:txBody>
      </p:sp>
      <p:pic>
        <p:nvPicPr>
          <p:cNvPr id="71" name="Picture 70"/>
          <p:cNvPicPr/>
          <p:nvPr/>
        </p:nvPicPr>
        <p:blipFill>
          <a:blip r:embed="rId2"/>
          <a:stretch>
            <a:fillRect/>
          </a:stretch>
        </p:blipFill>
        <p:spPr>
          <a:xfrm>
            <a:off x="2502360" y="1266480"/>
            <a:ext cx="4138200" cy="3301920"/>
          </a:xfrm>
          <a:prstGeom prst="rect">
            <a:avLst/>
          </a:prstGeom>
          <a:ln>
            <a:noFill/>
          </a:ln>
        </p:spPr>
      </p:pic>
      <p:pic>
        <p:nvPicPr>
          <p:cNvPr id="72" name="Picture 71"/>
          <p:cNvPicPr/>
          <p:nvPr/>
        </p:nvPicPr>
        <p:blipFill>
          <a:blip r:embed="rId2"/>
          <a:stretch>
            <a:fillRect/>
          </a:stretch>
        </p:blipFill>
        <p:spPr>
          <a:xfrm>
            <a:off x="2502360" y="1266480"/>
            <a:ext cx="4138200" cy="3301920"/>
          </a:xfrm>
          <a:prstGeom prst="rect">
            <a:avLst/>
          </a:prstGeom>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CustomShape 1"/>
          <p:cNvSpPr/>
          <p:nvPr/>
        </p:nvSpPr>
        <p:spPr>
          <a:xfrm>
            <a:off x="0" y="5045760"/>
            <a:ext cx="9143280" cy="97200"/>
          </a:xfrm>
          <a:prstGeom prst="rect">
            <a:avLst/>
          </a:prstGeom>
          <a:solidFill>
            <a:srgbClr val="4DB6AC"/>
          </a:solidFill>
          <a:ln>
            <a:noFill/>
          </a:ln>
        </p:spPr>
      </p:sp>
      <p:sp>
        <p:nvSpPr>
          <p:cNvPr id="4" name="PlaceHolder 2"/>
          <p:cNvSpPr>
            <a:spLocks noGrp="1"/>
          </p:cNvSpPr>
          <p:nvPr>
            <p:ph type="title"/>
          </p:nvPr>
        </p:nvSpPr>
        <p:spPr>
          <a:xfrm>
            <a:off x="311760" y="444960"/>
            <a:ext cx="8519760" cy="707040"/>
          </a:xfrm>
          <a:prstGeom prst="rect">
            <a:avLst/>
          </a:prstGeom>
        </p:spPr>
        <p:txBody>
          <a:bodyPr lIns="0" tIns="0" rIns="0" bIns="0" anchor="ctr"/>
          <a:lstStyle/>
          <a:p>
            <a:r>
              <a:rPr lang="en-US">
                <a:latin typeface="Arial" panose="020B0604020202020204"/>
              </a:rPr>
              <a:t>Click to edit the title text format</a:t>
            </a:r>
          </a:p>
        </p:txBody>
      </p:sp>
      <p:sp>
        <p:nvSpPr>
          <p:cNvPr id="2" name="PlaceHolder 3"/>
          <p:cNvSpPr>
            <a:spLocks noGrp="1"/>
          </p:cNvSpPr>
          <p:nvPr>
            <p:ph type="body"/>
          </p:nvPr>
        </p:nvSpPr>
        <p:spPr>
          <a:xfrm>
            <a:off x="311760" y="1266480"/>
            <a:ext cx="8519760" cy="3301920"/>
          </a:xfrm>
          <a:prstGeom prst="rect">
            <a:avLst/>
          </a:prstGeom>
        </p:spPr>
        <p:txBody>
          <a:bodyPr lIns="0" tIns="0" rIns="0" bIns="0"/>
          <a:lstStyle/>
          <a:p>
            <a:pPr>
              <a:buSzPct val="45000"/>
              <a:buFont typeface="StarSymbol"/>
              <a:buChar char=""/>
            </a:pPr>
            <a:r>
              <a:rPr lang="en-US">
                <a:latin typeface="Arial" panose="020B0604020202020204"/>
              </a:rPr>
              <a:t>Click to edit the outline text format</a:t>
            </a:r>
          </a:p>
          <a:p>
            <a:pPr lvl="1">
              <a:buSzPct val="75000"/>
              <a:buFont typeface="StarSymbol"/>
              <a:buChar char=""/>
            </a:pPr>
            <a:r>
              <a:rPr lang="en-US">
                <a:latin typeface="Arial" panose="020B0604020202020204"/>
              </a:rPr>
              <a:t>Second Outline Level</a:t>
            </a:r>
          </a:p>
          <a:p>
            <a:pPr lvl="2">
              <a:buSzPct val="45000"/>
              <a:buFont typeface="StarSymbol"/>
              <a:buChar char=""/>
            </a:pPr>
            <a:r>
              <a:rPr lang="en-US">
                <a:latin typeface="Arial" panose="020B0604020202020204"/>
              </a:rPr>
              <a:t>Third Outline Level</a:t>
            </a:r>
          </a:p>
          <a:p>
            <a:pPr lvl="3">
              <a:buSzPct val="75000"/>
              <a:buFont typeface="StarSymbol"/>
              <a:buChar char=""/>
            </a:pPr>
            <a:r>
              <a:rPr lang="en-US">
                <a:latin typeface="Arial" panose="020B0604020202020204"/>
              </a:rPr>
              <a:t>Fourth Outline Level</a:t>
            </a:r>
          </a:p>
          <a:p>
            <a:pPr lvl="4">
              <a:buSzPct val="45000"/>
              <a:buFont typeface="StarSymbol"/>
              <a:buChar char=""/>
            </a:pPr>
            <a:r>
              <a:rPr lang="en-US">
                <a:latin typeface="Arial" panose="020B0604020202020204"/>
              </a:rPr>
              <a:t>Fifth Outline Level</a:t>
            </a:r>
          </a:p>
          <a:p>
            <a:pPr lvl="5">
              <a:buSzPct val="45000"/>
              <a:buFont typeface="StarSymbol"/>
              <a:buChar char=""/>
            </a:pPr>
            <a:r>
              <a:rPr lang="en-US">
                <a:latin typeface="Arial" panose="020B0604020202020204"/>
              </a:rPr>
              <a:t>Sixth Outline Level</a:t>
            </a:r>
          </a:p>
          <a:p>
            <a:pPr lvl="6">
              <a:buSzPct val="45000"/>
              <a:buFont typeface="StarSymbol"/>
              <a:buChar char=""/>
            </a:pPr>
            <a:r>
              <a:rPr lang="en-US">
                <a:latin typeface="Arial" panose="020B0604020202020204"/>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311760" y="444960"/>
            <a:ext cx="8519760" cy="707040"/>
          </a:xfrm>
          <a:prstGeom prst="rect">
            <a:avLst/>
          </a:prstGeom>
        </p:spPr>
        <p:txBody>
          <a:bodyPr lIns="0" tIns="0" rIns="0" bIns="0" anchor="ctr"/>
          <a:lstStyle/>
          <a:p>
            <a:r>
              <a:rPr lang="en-US">
                <a:latin typeface="Arial" panose="020B0604020202020204"/>
              </a:rPr>
              <a:t>Click to edit the title text format</a:t>
            </a:r>
          </a:p>
        </p:txBody>
      </p:sp>
      <p:sp>
        <p:nvSpPr>
          <p:cNvPr id="38" name="PlaceHolder 2"/>
          <p:cNvSpPr>
            <a:spLocks noGrp="1"/>
          </p:cNvSpPr>
          <p:nvPr>
            <p:ph type="body"/>
          </p:nvPr>
        </p:nvSpPr>
        <p:spPr>
          <a:xfrm>
            <a:off x="457200" y="1203480"/>
            <a:ext cx="8229240" cy="2982960"/>
          </a:xfrm>
          <a:prstGeom prst="rect">
            <a:avLst/>
          </a:prstGeom>
        </p:spPr>
        <p:txBody>
          <a:bodyPr lIns="0" tIns="0" rIns="0" bIns="0"/>
          <a:lstStyle/>
          <a:p>
            <a:pPr>
              <a:buSzPct val="45000"/>
              <a:buFont typeface="StarSymbol"/>
              <a:buChar char=""/>
            </a:pPr>
            <a:r>
              <a:rPr lang="en-US" sz="3200">
                <a:latin typeface="Arial" panose="020B0604020202020204"/>
              </a:rPr>
              <a:t>Click to edit the outline text format</a:t>
            </a:r>
          </a:p>
          <a:p>
            <a:pPr lvl="1">
              <a:buSzPct val="75000"/>
              <a:buFont typeface="StarSymbol"/>
              <a:buChar char=""/>
            </a:pPr>
            <a:r>
              <a:rPr lang="en-US" sz="2800">
                <a:latin typeface="Arial" panose="020B0604020202020204"/>
              </a:rPr>
              <a:t>Second Outline Level</a:t>
            </a:r>
          </a:p>
          <a:p>
            <a:pPr lvl="2">
              <a:buSzPct val="45000"/>
              <a:buFont typeface="StarSymbol"/>
              <a:buChar char=""/>
            </a:pPr>
            <a:r>
              <a:rPr lang="en-US" sz="2400">
                <a:latin typeface="Arial" panose="020B0604020202020204"/>
              </a:rPr>
              <a:t>Third Outline Level</a:t>
            </a:r>
          </a:p>
          <a:p>
            <a:pPr lvl="3">
              <a:buSzPct val="75000"/>
              <a:buFont typeface="StarSymbol"/>
              <a:buChar char=""/>
            </a:pPr>
            <a:r>
              <a:rPr lang="en-US" sz="2000">
                <a:latin typeface="Arial" panose="020B0604020202020204"/>
              </a:rPr>
              <a:t>Fourth Outline Level</a:t>
            </a:r>
          </a:p>
          <a:p>
            <a:pPr lvl="4">
              <a:buSzPct val="45000"/>
              <a:buFont typeface="StarSymbol"/>
              <a:buChar char=""/>
            </a:pPr>
            <a:r>
              <a:rPr lang="en-US" sz="2000">
                <a:latin typeface="Arial" panose="020B0604020202020204"/>
              </a:rPr>
              <a:t>Fifth Outline Level</a:t>
            </a:r>
          </a:p>
          <a:p>
            <a:pPr lvl="5">
              <a:buSzPct val="45000"/>
              <a:buFont typeface="StarSymbol"/>
              <a:buChar char=""/>
            </a:pPr>
            <a:r>
              <a:rPr lang="en-US" sz="2000">
                <a:latin typeface="Arial" panose="020B0604020202020204"/>
              </a:rPr>
              <a:t>Sixth Outline Level</a:t>
            </a:r>
          </a:p>
          <a:p>
            <a:pPr lvl="6">
              <a:buSzPct val="45000"/>
              <a:buFont typeface="StarSymbol"/>
              <a:buChar char=""/>
            </a:pPr>
            <a:r>
              <a:rPr lang="en-US" sz="2000">
                <a:latin typeface="Arial" panose="020B0604020202020204"/>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CustomShape 1"/>
          <p:cNvSpPr/>
          <p:nvPr/>
        </p:nvSpPr>
        <p:spPr>
          <a:xfrm>
            <a:off x="311760" y="0"/>
            <a:ext cx="8519760" cy="990000"/>
          </a:xfrm>
          <a:prstGeom prst="rect">
            <a:avLst/>
          </a:prstGeom>
          <a:noFill/>
          <a:ln>
            <a:noFill/>
          </a:ln>
        </p:spPr>
        <p:txBody>
          <a:bodyPr lIns="90000" tIns="91440" rIns="90000" bIns="91440"/>
          <a:lstStyle/>
          <a:p>
            <a:pPr algn="ctr"/>
            <a:r>
              <a:rPr lang="en-US" b="1" dirty="0">
                <a:solidFill>
                  <a:srgbClr val="31B031"/>
                </a:solidFill>
                <a:latin typeface="Times New Roman" panose="02020603050405020304"/>
                <a:ea typeface="Times New Roman" panose="02020603050405020304"/>
              </a:rPr>
              <a:t>Sinhgad Technical Education Society’s </a:t>
            </a:r>
            <a:endParaRPr dirty="0"/>
          </a:p>
          <a:p>
            <a:pPr algn="ctr"/>
            <a:r>
              <a:rPr lang="en-US" sz="1900" b="1" dirty="0">
                <a:solidFill>
                  <a:srgbClr val="31B031"/>
                </a:solidFill>
                <a:latin typeface="Times New Roman" panose="02020603050405020304"/>
                <a:ea typeface="Times New Roman" panose="02020603050405020304"/>
              </a:rPr>
              <a:t>SINHGAD COLLEGE OF ENGINEERING, Pune-41 </a:t>
            </a:r>
            <a:endParaRPr dirty="0"/>
          </a:p>
          <a:p>
            <a:pPr algn="ctr">
              <a:lnSpc>
                <a:spcPct val="150000"/>
              </a:lnSpc>
            </a:pPr>
            <a:r>
              <a:rPr lang="en-US" sz="1900" b="1" dirty="0">
                <a:solidFill>
                  <a:srgbClr val="31B031"/>
                </a:solidFill>
                <a:latin typeface="Times New Roman" panose="02020603050405020304"/>
                <a:ea typeface="Times New Roman" panose="02020603050405020304"/>
              </a:rPr>
              <a:t>Department of Information Technology</a:t>
            </a:r>
            <a:endParaRPr dirty="0"/>
          </a:p>
        </p:txBody>
      </p:sp>
      <p:sp>
        <p:nvSpPr>
          <p:cNvPr id="74" name="CustomShape 2"/>
          <p:cNvSpPr/>
          <p:nvPr/>
        </p:nvSpPr>
        <p:spPr>
          <a:xfrm>
            <a:off x="311760" y="1362600"/>
            <a:ext cx="8519760" cy="3566160"/>
          </a:xfrm>
          <a:prstGeom prst="rect">
            <a:avLst/>
          </a:prstGeom>
          <a:noFill/>
          <a:ln>
            <a:noFill/>
          </a:ln>
        </p:spPr>
        <p:txBody>
          <a:bodyPr lIns="90000" tIns="91440" rIns="90000" bIns="91440"/>
          <a:lstStyle/>
          <a:p>
            <a:pPr algn="ctr">
              <a:lnSpc>
                <a:spcPct val="115000"/>
              </a:lnSpc>
            </a:pPr>
            <a:r>
              <a:rPr lang="en-US" sz="3100" b="1" dirty="0">
                <a:solidFill>
                  <a:srgbClr val="434343"/>
                </a:solidFill>
                <a:latin typeface="Times New Roman" panose="02020603050405020304"/>
                <a:ea typeface="Times New Roman" panose="02020603050405020304"/>
              </a:rPr>
              <a:t>Project Review - II</a:t>
            </a:r>
            <a:endParaRPr dirty="0"/>
          </a:p>
          <a:p>
            <a:pPr algn="ctr">
              <a:lnSpc>
                <a:spcPct val="115000"/>
              </a:lnSpc>
            </a:pPr>
            <a:endParaRPr dirty="0"/>
          </a:p>
          <a:p>
            <a:pPr algn="ctr">
              <a:lnSpc>
                <a:spcPct val="150000"/>
              </a:lnSpc>
            </a:pPr>
            <a:r>
              <a:rPr lang="en-US" sz="2200" dirty="0">
                <a:solidFill>
                  <a:srgbClr val="CC0000"/>
                </a:solidFill>
                <a:latin typeface="Times New Roman" panose="02020603050405020304"/>
                <a:ea typeface="Times New Roman" panose="02020603050405020304"/>
              </a:rPr>
              <a:t>Presented By</a:t>
            </a:r>
            <a:r>
              <a:rPr lang="en-US" sz="2100" dirty="0">
                <a:solidFill>
                  <a:srgbClr val="CC0000"/>
                </a:solidFill>
                <a:latin typeface="Times New Roman" panose="02020603050405020304"/>
                <a:ea typeface="Times New Roman" panose="02020603050405020304"/>
              </a:rPr>
              <a:t> </a:t>
            </a:r>
            <a:endParaRPr dirty="0"/>
          </a:p>
          <a:p>
            <a:pPr algn="ctr">
              <a:lnSpc>
                <a:spcPct val="115000"/>
              </a:lnSpc>
            </a:pPr>
            <a:r>
              <a:rPr lang="en-US" sz="1600" b="1" dirty="0">
                <a:solidFill>
                  <a:srgbClr val="434343"/>
                </a:solidFill>
                <a:latin typeface="Times New Roman" panose="02020603050405020304"/>
                <a:ea typeface="Times New Roman" panose="02020603050405020304"/>
              </a:rPr>
              <a:t>Asmita Nalawade</a:t>
            </a:r>
            <a:endParaRPr sz="1200" dirty="0"/>
          </a:p>
          <a:p>
            <a:pPr algn="ctr">
              <a:lnSpc>
                <a:spcPct val="115000"/>
              </a:lnSpc>
            </a:pPr>
            <a:r>
              <a:rPr lang="en-US" sz="1600" b="1" dirty="0">
                <a:solidFill>
                  <a:srgbClr val="434343"/>
                </a:solidFill>
                <a:latin typeface="Times New Roman" panose="02020603050405020304"/>
                <a:ea typeface="Times New Roman" panose="02020603050405020304"/>
              </a:rPr>
              <a:t>Shraddha Agre</a:t>
            </a:r>
            <a:endParaRPr sz="1200" dirty="0"/>
          </a:p>
          <a:p>
            <a:pPr algn="ctr">
              <a:lnSpc>
                <a:spcPct val="115000"/>
              </a:lnSpc>
            </a:pPr>
            <a:r>
              <a:rPr lang="en-US" sz="1600" b="1" dirty="0">
                <a:solidFill>
                  <a:srgbClr val="434343"/>
                </a:solidFill>
                <a:latin typeface="Times New Roman" panose="02020603050405020304"/>
                <a:ea typeface="Times New Roman" panose="02020603050405020304"/>
              </a:rPr>
              <a:t>Shubham Malpure</a:t>
            </a:r>
            <a:endParaRPr sz="1200" dirty="0"/>
          </a:p>
          <a:p>
            <a:pPr algn="ctr">
              <a:lnSpc>
                <a:spcPct val="115000"/>
              </a:lnSpc>
            </a:pPr>
            <a:r>
              <a:rPr lang="en-US" sz="1600" b="1" dirty="0">
                <a:solidFill>
                  <a:srgbClr val="434343"/>
                </a:solidFill>
                <a:latin typeface="Times New Roman" panose="02020603050405020304"/>
                <a:ea typeface="Times New Roman" panose="02020603050405020304"/>
              </a:rPr>
              <a:t>Swapnil Bhalerao</a:t>
            </a:r>
            <a:endParaRPr sz="1200" dirty="0"/>
          </a:p>
          <a:p>
            <a:pPr algn="ctr">
              <a:lnSpc>
                <a:spcPct val="115000"/>
              </a:lnSpc>
            </a:pPr>
            <a:endParaRPr dirty="0"/>
          </a:p>
          <a:p>
            <a:pPr algn="ctr">
              <a:lnSpc>
                <a:spcPct val="115000"/>
              </a:lnSpc>
            </a:pPr>
            <a:r>
              <a:rPr lang="en-US" sz="2100" dirty="0">
                <a:solidFill>
                  <a:srgbClr val="CC0000"/>
                </a:solidFill>
                <a:latin typeface="Times New Roman" panose="02020603050405020304"/>
                <a:ea typeface="Times New Roman" panose="02020603050405020304"/>
              </a:rPr>
              <a:t>Guided By</a:t>
            </a:r>
            <a:endParaRPr dirty="0"/>
          </a:p>
          <a:p>
            <a:pPr algn="ctr">
              <a:lnSpc>
                <a:spcPct val="115000"/>
              </a:lnSpc>
            </a:pPr>
            <a:r>
              <a:rPr lang="en-US" sz="1900" b="1" dirty="0">
                <a:solidFill>
                  <a:srgbClr val="695D46"/>
                </a:solidFill>
                <a:latin typeface="Times New Roman" panose="02020603050405020304"/>
                <a:ea typeface="Times New Roman" panose="02020603050405020304"/>
              </a:rPr>
              <a:t>Prof.J.S.Kulkarni</a:t>
            </a:r>
            <a:endParaRPr dirty="0"/>
          </a:p>
          <a:p>
            <a:pPr algn="ctr">
              <a:lnSpc>
                <a:spcPct val="115000"/>
              </a:lnSpc>
            </a:pPr>
            <a:endParaRPr dirty="0"/>
          </a:p>
        </p:txBody>
      </p:sp>
      <p:pic>
        <p:nvPicPr>
          <p:cNvPr id="75" name="Google Shape;68;p1"/>
          <p:cNvPicPr/>
          <p:nvPr/>
        </p:nvPicPr>
        <p:blipFill>
          <a:blip r:embed="rId2"/>
          <a:stretch>
            <a:fillRect/>
          </a:stretch>
        </p:blipFill>
        <p:spPr>
          <a:xfrm>
            <a:off x="135805" y="186300"/>
            <a:ext cx="1523160" cy="990000"/>
          </a:xfrm>
          <a:prstGeom prst="rect">
            <a:avLst/>
          </a:prstGeom>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189360" y="261360"/>
            <a:ext cx="8519760" cy="732960"/>
          </a:xfrm>
          <a:prstGeom prst="rect">
            <a:avLst/>
          </a:prstGeom>
          <a:noFill/>
          <a:ln>
            <a:noFill/>
          </a:ln>
        </p:spPr>
        <p:txBody>
          <a:bodyPr lIns="90000" tIns="91440" rIns="1097280" bIns="91440"/>
          <a:lstStyle/>
          <a:p>
            <a:pPr algn="ctr">
              <a:lnSpc>
                <a:spcPct val="100000"/>
              </a:lnSpc>
            </a:pPr>
            <a:r>
              <a:rPr lang="en-US" sz="4500" b="1">
                <a:solidFill>
                  <a:srgbClr val="EF6C00"/>
                </a:solidFill>
                <a:latin typeface="PT Sans Narrow"/>
                <a:ea typeface="PT Sans Narrow"/>
              </a:rPr>
              <a:t> </a:t>
            </a:r>
            <a:r>
              <a:rPr lang="en-US" sz="3200" b="1">
                <a:solidFill>
                  <a:srgbClr val="434343"/>
                </a:solidFill>
                <a:latin typeface="Times New Roman" panose="02020603050405020304"/>
                <a:ea typeface="Times New Roman" panose="02020603050405020304"/>
              </a:rPr>
              <a:t>Project Title</a:t>
            </a:r>
          </a:p>
        </p:txBody>
      </p:sp>
      <p:sp>
        <p:nvSpPr>
          <p:cNvPr id="77" name="CustomShape 2"/>
          <p:cNvSpPr/>
          <p:nvPr/>
        </p:nvSpPr>
        <p:spPr>
          <a:xfrm>
            <a:off x="311760" y="1582200"/>
            <a:ext cx="8519760" cy="2566080"/>
          </a:xfrm>
          <a:prstGeom prst="rect">
            <a:avLst/>
          </a:prstGeom>
          <a:noFill/>
          <a:ln>
            <a:noFill/>
          </a:ln>
        </p:spPr>
        <p:txBody>
          <a:bodyPr lIns="90000" tIns="91440" rIns="90000" bIns="91440"/>
          <a:lstStyle/>
          <a:p>
            <a:pPr algn="ctr">
              <a:lnSpc>
                <a:spcPct val="115000"/>
              </a:lnSpc>
            </a:pPr>
            <a:r>
              <a:rPr lang="en-US" sz="4100" b="1">
                <a:solidFill>
                  <a:srgbClr val="E06666"/>
                </a:solidFill>
                <a:latin typeface="Times New Roman" panose="02020603050405020304"/>
                <a:ea typeface="Times New Roman" panose="02020603050405020304"/>
              </a:rPr>
              <a:t>Disease Prediction Using  ML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CustomShape 1"/>
          <p:cNvSpPr/>
          <p:nvPr/>
        </p:nvSpPr>
        <p:spPr>
          <a:xfrm>
            <a:off x="311760" y="444960"/>
            <a:ext cx="8519760" cy="706680"/>
          </a:xfrm>
          <a:prstGeom prst="rect">
            <a:avLst/>
          </a:prstGeom>
          <a:noFill/>
          <a:ln>
            <a:noFill/>
          </a:ln>
        </p:spPr>
        <p:txBody>
          <a:bodyPr lIns="90000" tIns="91440" rIns="90000" bIns="91440"/>
          <a:lstStyle/>
          <a:p>
            <a:pPr algn="ctr">
              <a:lnSpc>
                <a:spcPct val="100000"/>
              </a:lnSpc>
            </a:pPr>
            <a:r>
              <a:rPr lang="en-US" sz="3600" b="1">
                <a:solidFill>
                  <a:srgbClr val="434343"/>
                </a:solidFill>
                <a:latin typeface="Times New Roman" panose="02020603050405020304"/>
                <a:ea typeface="Times New Roman" panose="02020603050405020304"/>
              </a:rPr>
              <a:t>Problem Statement </a:t>
            </a:r>
          </a:p>
        </p:txBody>
      </p:sp>
      <p:sp>
        <p:nvSpPr>
          <p:cNvPr id="79" name="CustomShape 2"/>
          <p:cNvSpPr/>
          <p:nvPr/>
        </p:nvSpPr>
        <p:spPr>
          <a:xfrm>
            <a:off x="311760" y="1266480"/>
            <a:ext cx="8519760" cy="3708360"/>
          </a:xfrm>
          <a:prstGeom prst="rect">
            <a:avLst/>
          </a:prstGeom>
          <a:noFill/>
          <a:ln>
            <a:noFill/>
          </a:ln>
        </p:spPr>
        <p:txBody>
          <a:bodyPr lIns="90000" tIns="91440" rIns="90000" bIns="91440"/>
          <a:lstStyle/>
          <a:p>
            <a:pPr algn="just">
              <a:lnSpc>
                <a:spcPct val="115000"/>
              </a:lnSpc>
            </a:pPr>
            <a:r>
              <a:rPr lang="en-US" sz="2100">
                <a:solidFill>
                  <a:srgbClr val="000000"/>
                </a:solidFill>
                <a:latin typeface="Times New Roman" panose="02020603050405020304"/>
                <a:ea typeface="Times New Roman" panose="02020603050405020304"/>
              </a:rPr>
              <a:t>To develop and implement a model which takes symptoms as input. On the basis of that it predicts which disease the patient is having.</a:t>
            </a:r>
          </a:p>
          <a:p>
            <a:pPr>
              <a:lnSpc>
                <a:spcPct val="115000"/>
              </a:lnSpc>
            </a:pPr>
            <a:endParaRPr lang="en-US" sz="2100">
              <a:solidFill>
                <a:srgbClr val="000000"/>
              </a:solidFill>
              <a:latin typeface="Times New Roman" panose="02020603050405020304"/>
              <a:ea typeface="Times New Roman" panose="02020603050405020304"/>
            </a:endParaRPr>
          </a:p>
          <a:p>
            <a:pPr>
              <a:lnSpc>
                <a:spcPct val="115000"/>
              </a:lnSpc>
              <a:buFont typeface="Times New Roman" panose="02020603050405020304"/>
              <a:buChar char="●"/>
            </a:pPr>
            <a:r>
              <a:rPr lang="en-US" sz="1900" b="1" u="sng">
                <a:solidFill>
                  <a:srgbClr val="000000"/>
                </a:solidFill>
                <a:latin typeface="Times New Roman" panose="02020603050405020304"/>
                <a:ea typeface="Times New Roman" panose="02020603050405020304"/>
              </a:rPr>
              <a:t>Input :</a:t>
            </a:r>
          </a:p>
          <a:p>
            <a:pPr>
              <a:lnSpc>
                <a:spcPct val="115000"/>
              </a:lnSpc>
            </a:pPr>
            <a:r>
              <a:rPr lang="en-US" sz="1900">
                <a:solidFill>
                  <a:srgbClr val="000000"/>
                </a:solidFill>
                <a:latin typeface="Times New Roman" panose="02020603050405020304"/>
                <a:ea typeface="Times New Roman" panose="02020603050405020304"/>
              </a:rPr>
              <a:t>	       Symptoms in the form of text.</a:t>
            </a:r>
          </a:p>
          <a:p>
            <a:pPr>
              <a:lnSpc>
                <a:spcPct val="115000"/>
              </a:lnSpc>
              <a:buFont typeface="Times New Roman" panose="02020603050405020304"/>
              <a:buChar char="●"/>
            </a:pPr>
            <a:r>
              <a:rPr lang="en-US" sz="1900" b="1" u="sng">
                <a:solidFill>
                  <a:srgbClr val="000000"/>
                </a:solidFill>
                <a:latin typeface="Times New Roman" panose="02020603050405020304"/>
                <a:ea typeface="Times New Roman" panose="02020603050405020304"/>
              </a:rPr>
              <a:t>Output :</a:t>
            </a:r>
          </a:p>
          <a:p>
            <a:pPr>
              <a:lnSpc>
                <a:spcPct val="115000"/>
              </a:lnSpc>
            </a:pPr>
            <a:r>
              <a:rPr lang="en-US" sz="1900">
                <a:solidFill>
                  <a:srgbClr val="000000"/>
                </a:solidFill>
                <a:latin typeface="Times New Roman" panose="02020603050405020304"/>
                <a:ea typeface="Times New Roman" panose="02020603050405020304"/>
              </a:rPr>
              <a:t>       Report in the form of dashboard .</a:t>
            </a:r>
          </a:p>
          <a:p>
            <a:pPr>
              <a:lnSpc>
                <a:spcPct val="115000"/>
              </a:lnSpc>
            </a:pPr>
            <a:r>
              <a:rPr lang="en-US" sz="1900">
                <a:solidFill>
                  <a:srgbClr val="000000"/>
                </a:solidFill>
                <a:latin typeface="Times New Roman" panose="02020603050405020304"/>
                <a:ea typeface="Times New Roman" panose="02020603050405020304"/>
              </a:rPr>
              <a:t>       Health Status of User. </a:t>
            </a:r>
          </a:p>
          <a:p>
            <a:pPr>
              <a:lnSpc>
                <a:spcPct val="115000"/>
              </a:lnSpc>
            </a:pPr>
            <a:endParaRPr lang="en-US" sz="1900">
              <a:solidFill>
                <a:srgbClr val="000000"/>
              </a:solidFill>
              <a:latin typeface="Times New Roman" panose="02020603050405020304"/>
              <a:ea typeface="Times New Roman" panose="02020603050405020304"/>
            </a:endParaRPr>
          </a:p>
          <a:p>
            <a:pPr>
              <a:lnSpc>
                <a:spcPct val="115000"/>
              </a:lnSpc>
            </a:pPr>
            <a:endParaRPr lang="en-US" sz="1900">
              <a:solidFill>
                <a:srgbClr val="000000"/>
              </a:solidFill>
              <a:latin typeface="Times New Roman" panose="02020603050405020304"/>
              <a:ea typeface="Times New Roman" panose="02020603050405020304"/>
            </a:endParaRPr>
          </a:p>
          <a:p>
            <a:pPr>
              <a:lnSpc>
                <a:spcPct val="115000"/>
              </a:lnSpc>
            </a:pPr>
            <a:endParaRPr lang="en-US" sz="1900">
              <a:solidFill>
                <a:srgbClr val="000000"/>
              </a:solidFill>
              <a:latin typeface="Times New Roman" panose="02020603050405020304"/>
              <a:ea typeface="Times New Roman" panose="02020603050405020304"/>
            </a:endParaRPr>
          </a:p>
          <a:p>
            <a:pPr>
              <a:lnSpc>
                <a:spcPct val="115000"/>
              </a:lnSpc>
            </a:pPr>
            <a:endParaRPr lang="en-US" sz="1900">
              <a:solidFill>
                <a:srgbClr val="000000"/>
              </a:solidFill>
              <a:latin typeface="Times New Roman" panose="02020603050405020304"/>
              <a:ea typeface="Times New Roman" panose="020206030504050203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11760" y="444960"/>
            <a:ext cx="8519760" cy="706680"/>
          </a:xfrm>
          <a:prstGeom prst="rect">
            <a:avLst/>
          </a:prstGeom>
          <a:noFill/>
          <a:ln>
            <a:noFill/>
          </a:ln>
        </p:spPr>
        <p:txBody>
          <a:bodyPr lIns="90000" tIns="91440" rIns="90000" bIns="91440"/>
          <a:lstStyle/>
          <a:p>
            <a:pPr algn="ctr">
              <a:lnSpc>
                <a:spcPct val="100000"/>
              </a:lnSpc>
            </a:pPr>
            <a:r>
              <a:rPr lang="en-US" sz="3600" b="1">
                <a:solidFill>
                  <a:srgbClr val="434343"/>
                </a:solidFill>
                <a:latin typeface="Times New Roman" panose="02020603050405020304"/>
                <a:ea typeface="Times New Roman" panose="02020603050405020304"/>
              </a:rPr>
              <a:t>Scope</a:t>
            </a:r>
          </a:p>
        </p:txBody>
      </p:sp>
      <p:sp>
        <p:nvSpPr>
          <p:cNvPr id="87" name="CustomShape 2"/>
          <p:cNvSpPr/>
          <p:nvPr/>
        </p:nvSpPr>
        <p:spPr>
          <a:xfrm>
            <a:off x="311760" y="1266480"/>
            <a:ext cx="8519760" cy="3301920"/>
          </a:xfrm>
          <a:prstGeom prst="rect">
            <a:avLst/>
          </a:prstGeom>
          <a:noFill/>
          <a:ln>
            <a:noFill/>
          </a:ln>
        </p:spPr>
        <p:txBody>
          <a:bodyPr lIns="90000" tIns="91440" rIns="90000" bIns="91440"/>
          <a:lstStyle/>
          <a:p>
            <a:pPr algn="just">
              <a:lnSpc>
                <a:spcPct val="150000"/>
              </a:lnSpc>
              <a:buFont typeface="Times New Roman" panose="02020603050405020304"/>
              <a:buChar char="➢"/>
            </a:pPr>
            <a:r>
              <a:rPr lang="en-US" sz="2300">
                <a:solidFill>
                  <a:srgbClr val="000000"/>
                </a:solidFill>
                <a:latin typeface="Times New Roman" panose="02020603050405020304"/>
                <a:ea typeface="Times New Roman" panose="02020603050405020304"/>
              </a:rPr>
              <a:t>Model used to generate accurate prediction of disease.</a:t>
            </a:r>
          </a:p>
          <a:p>
            <a:pPr algn="just">
              <a:lnSpc>
                <a:spcPct val="150000"/>
              </a:lnSpc>
              <a:buFont typeface="Times New Roman" panose="02020603050405020304"/>
              <a:buChar char="➢"/>
            </a:pPr>
            <a:r>
              <a:rPr lang="en-US" sz="2300">
                <a:solidFill>
                  <a:srgbClr val="000000"/>
                </a:solidFill>
                <a:latin typeface="Times New Roman" panose="02020603050405020304"/>
                <a:ea typeface="Times New Roman" panose="02020603050405020304"/>
              </a:rPr>
              <a:t> Responsive test field to take symptoms from user</a:t>
            </a:r>
          </a:p>
          <a:p>
            <a:pPr algn="just">
              <a:lnSpc>
                <a:spcPct val="150000"/>
              </a:lnSpc>
              <a:buFont typeface="Times New Roman" panose="02020603050405020304"/>
              <a:buChar char="➢"/>
            </a:pPr>
            <a:r>
              <a:rPr lang="en-US" sz="2300">
                <a:solidFill>
                  <a:srgbClr val="000000"/>
                </a:solidFill>
                <a:latin typeface="Times New Roman" panose="02020603050405020304"/>
                <a:ea typeface="Times New Roman" panose="02020603050405020304"/>
              </a:rPr>
              <a:t>An informative dashboard to get proper status of user health.</a:t>
            </a:r>
          </a:p>
          <a:p>
            <a:pPr>
              <a:lnSpc>
                <a:spcPct val="115000"/>
              </a:lnSpc>
            </a:pPr>
            <a:endParaRPr lang="en-US" sz="2300">
              <a:solidFill>
                <a:srgbClr val="000000"/>
              </a:solidFill>
              <a:latin typeface="Times New Roman" panose="02020603050405020304"/>
              <a:ea typeface="Times New Roman" panose="020206030504050203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CustomShape 1"/>
          <p:cNvSpPr/>
          <p:nvPr/>
        </p:nvSpPr>
        <p:spPr>
          <a:xfrm>
            <a:off x="311760" y="444960"/>
            <a:ext cx="8519760" cy="706680"/>
          </a:xfrm>
          <a:prstGeom prst="rect">
            <a:avLst/>
          </a:prstGeom>
          <a:noFill/>
          <a:ln>
            <a:noFill/>
          </a:ln>
        </p:spPr>
        <p:txBody>
          <a:bodyPr lIns="90000" tIns="91440" rIns="90000" bIns="91440"/>
          <a:lstStyle/>
          <a:p>
            <a:pPr algn="ctr">
              <a:lnSpc>
                <a:spcPct val="100000"/>
              </a:lnSpc>
            </a:pPr>
            <a:r>
              <a:rPr lang="en-US" sz="3600" b="1">
                <a:solidFill>
                  <a:srgbClr val="434343"/>
                </a:solidFill>
                <a:latin typeface="Times New Roman" panose="02020603050405020304"/>
                <a:ea typeface="Times New Roman" panose="02020603050405020304"/>
              </a:rPr>
              <a:t>Domain</a:t>
            </a:r>
          </a:p>
        </p:txBody>
      </p:sp>
      <p:sp>
        <p:nvSpPr>
          <p:cNvPr id="93" name="CustomShape 2"/>
          <p:cNvSpPr/>
          <p:nvPr/>
        </p:nvSpPr>
        <p:spPr>
          <a:xfrm>
            <a:off x="311760" y="1266480"/>
            <a:ext cx="8519760" cy="3301920"/>
          </a:xfrm>
          <a:prstGeom prst="rect">
            <a:avLst/>
          </a:prstGeom>
          <a:noFill/>
          <a:ln>
            <a:noFill/>
          </a:ln>
        </p:spPr>
        <p:txBody>
          <a:bodyPr lIns="90000" tIns="91440" rIns="90000" bIns="91440"/>
          <a:lstStyle/>
          <a:p>
            <a:pPr>
              <a:lnSpc>
                <a:spcPct val="150000"/>
              </a:lnSpc>
              <a:buFont typeface="Times New Roman" panose="02020603050405020304"/>
              <a:buChar char="❏"/>
            </a:pPr>
            <a:r>
              <a:rPr lang="en-US" sz="2600">
                <a:solidFill>
                  <a:srgbClr val="000000"/>
                </a:solidFill>
                <a:latin typeface="Times New Roman" panose="02020603050405020304"/>
                <a:ea typeface="Times New Roman" panose="02020603050405020304"/>
              </a:rPr>
              <a:t>Machine Learning</a:t>
            </a:r>
          </a:p>
          <a:p>
            <a:pPr>
              <a:lnSpc>
                <a:spcPct val="115000"/>
              </a:lnSpc>
              <a:buFont typeface="Times New Roman" panose="02020603050405020304"/>
              <a:buChar char="❏"/>
            </a:pPr>
            <a:r>
              <a:rPr lang="en-US" sz="2600">
                <a:solidFill>
                  <a:srgbClr val="000000"/>
                </a:solidFill>
                <a:latin typeface="Times New Roman" panose="02020603050405020304"/>
                <a:ea typeface="Times New Roman" panose="02020603050405020304"/>
              </a:rPr>
              <a:t>Deep Learning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CustomShape 1"/>
          <p:cNvSpPr/>
          <p:nvPr/>
        </p:nvSpPr>
        <p:spPr>
          <a:xfrm>
            <a:off x="311760" y="107280"/>
            <a:ext cx="8519760" cy="703440"/>
          </a:xfrm>
          <a:prstGeom prst="rect">
            <a:avLst/>
          </a:prstGeom>
          <a:noFill/>
          <a:ln>
            <a:noFill/>
          </a:ln>
        </p:spPr>
        <p:txBody>
          <a:bodyPr lIns="90000" tIns="91440" rIns="90000" bIns="91440"/>
          <a:lstStyle/>
          <a:p>
            <a:pPr algn="ctr">
              <a:lnSpc>
                <a:spcPct val="100000"/>
              </a:lnSpc>
            </a:pPr>
            <a:r>
              <a:rPr lang="en-US" sz="3600" b="1">
                <a:solidFill>
                  <a:srgbClr val="434343"/>
                </a:solidFill>
                <a:latin typeface="Times New Roman" panose="02020603050405020304"/>
                <a:ea typeface="Times New Roman" panose="02020603050405020304"/>
              </a:rPr>
              <a:t>Abstract</a:t>
            </a:r>
          </a:p>
        </p:txBody>
      </p:sp>
      <p:sp>
        <p:nvSpPr>
          <p:cNvPr id="95" name="CustomShape 2"/>
          <p:cNvSpPr/>
          <p:nvPr/>
        </p:nvSpPr>
        <p:spPr>
          <a:xfrm>
            <a:off x="219960" y="901080"/>
            <a:ext cx="8519760" cy="3997080"/>
          </a:xfrm>
          <a:prstGeom prst="rect">
            <a:avLst/>
          </a:prstGeom>
          <a:noFill/>
          <a:ln>
            <a:noFill/>
          </a:ln>
        </p:spPr>
        <p:txBody>
          <a:bodyPr lIns="90000" tIns="91440" rIns="90000" bIns="91440"/>
          <a:lstStyle/>
          <a:p>
            <a:pPr marL="342900" indent="-342900" algn="just">
              <a:lnSpc>
                <a:spcPct val="115000"/>
              </a:lnSpc>
              <a:buFont typeface="Arial" panose="020B0604020202020204" pitchFamily="34" charset="0"/>
              <a:buChar char="•"/>
            </a:pPr>
            <a:r>
              <a:rPr lang="en-US" sz="1900" dirty="0">
                <a:solidFill>
                  <a:srgbClr val="222222"/>
                </a:solidFill>
                <a:latin typeface="Times New Roman" panose="02020603050405020304"/>
                <a:ea typeface="Times New Roman" panose="02020603050405020304"/>
              </a:rPr>
              <a:t>Now-a-days, people face various diseases due to the environmental condition and their living habits. So the prediction of disease at earlier stage becomes important task. But the accurate prediction on the basis of symptoms becomes too difficult for doctor. The correct prediction of disease is the most challenging task. To overcome this problem data mining plays an important role to predict the disease. </a:t>
            </a:r>
          </a:p>
          <a:p>
            <a:pPr marL="342900" indent="-342900" algn="just">
              <a:lnSpc>
                <a:spcPct val="115000"/>
              </a:lnSpc>
              <a:buFont typeface="Arial" panose="020B0604020202020204" pitchFamily="34" charset="0"/>
              <a:buChar char="•"/>
            </a:pPr>
            <a:r>
              <a:rPr lang="en-US" sz="1900" dirty="0">
                <a:solidFill>
                  <a:srgbClr val="222222"/>
                </a:solidFill>
                <a:latin typeface="Times New Roman" panose="02020603050405020304"/>
                <a:ea typeface="Times New Roman" panose="02020603050405020304"/>
              </a:rPr>
              <a:t>Medical science has large amount of data growth per year. Due to increase amount of data growth in medical and healthcare field the accurate analysis on medical data which has been benefits from early patient care. With the help of disease data, data mining finds hidden pattern information in the huge amount of medical data. We proposed general disease prediction based on symptoms of the patient.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CustomShape 1"/>
          <p:cNvSpPr/>
          <p:nvPr/>
        </p:nvSpPr>
        <p:spPr>
          <a:xfrm>
            <a:off x="258120" y="139320"/>
            <a:ext cx="8519760" cy="706680"/>
          </a:xfrm>
          <a:prstGeom prst="rect">
            <a:avLst/>
          </a:prstGeom>
          <a:noFill/>
          <a:ln>
            <a:noFill/>
          </a:ln>
        </p:spPr>
        <p:txBody>
          <a:bodyPr lIns="90000" tIns="91440" rIns="90000" bIns="91440"/>
          <a:lstStyle/>
          <a:p>
            <a:pPr algn="ctr">
              <a:lnSpc>
                <a:spcPct val="100000"/>
              </a:lnSpc>
            </a:pPr>
            <a:r>
              <a:rPr lang="en-US" sz="3600" b="1">
                <a:solidFill>
                  <a:srgbClr val="434343"/>
                </a:solidFill>
                <a:latin typeface="Times New Roman" panose="02020603050405020304"/>
                <a:ea typeface="Times New Roman" panose="02020603050405020304"/>
              </a:rPr>
              <a:t>Literature Survey</a:t>
            </a:r>
          </a:p>
        </p:txBody>
      </p:sp>
      <p:graphicFrame>
        <p:nvGraphicFramePr>
          <p:cNvPr id="3" name="Table 2"/>
          <p:cNvGraphicFramePr>
            <a:graphicFrameLocks noGrp="1"/>
          </p:cNvGraphicFramePr>
          <p:nvPr>
            <p:extLst>
              <p:ext uri="{D42A27DB-BD31-4B8C-83A1-F6EECF244321}">
                <p14:modId xmlns:p14="http://schemas.microsoft.com/office/powerpoint/2010/main" val="323651650"/>
              </p:ext>
            </p:extLst>
          </p:nvPr>
        </p:nvGraphicFramePr>
        <p:xfrm>
          <a:off x="0" y="965770"/>
          <a:ext cx="9144001" cy="4448613"/>
        </p:xfrm>
        <a:graphic>
          <a:graphicData uri="http://schemas.openxmlformats.org/drawingml/2006/table">
            <a:tbl>
              <a:tblPr firstRow="1" bandRow="1">
                <a:tableStyleId>{5C22544A-7EE6-4342-B048-85BDC9FD1C3A}</a:tableStyleId>
              </a:tblPr>
              <a:tblGrid>
                <a:gridCol w="499250">
                  <a:extLst>
                    <a:ext uri="{9D8B030D-6E8A-4147-A177-3AD203B41FA5}">
                      <a16:colId xmlns:a16="http://schemas.microsoft.com/office/drawing/2014/main" val="20000"/>
                    </a:ext>
                  </a:extLst>
                </a:gridCol>
                <a:gridCol w="1486138">
                  <a:extLst>
                    <a:ext uri="{9D8B030D-6E8A-4147-A177-3AD203B41FA5}">
                      <a16:colId xmlns:a16="http://schemas.microsoft.com/office/drawing/2014/main" val="20001"/>
                    </a:ext>
                  </a:extLst>
                </a:gridCol>
                <a:gridCol w="1207486">
                  <a:extLst>
                    <a:ext uri="{9D8B030D-6E8A-4147-A177-3AD203B41FA5}">
                      <a16:colId xmlns:a16="http://schemas.microsoft.com/office/drawing/2014/main" val="20002"/>
                    </a:ext>
                  </a:extLst>
                </a:gridCol>
                <a:gridCol w="5951127">
                  <a:extLst>
                    <a:ext uri="{9D8B030D-6E8A-4147-A177-3AD203B41FA5}">
                      <a16:colId xmlns:a16="http://schemas.microsoft.com/office/drawing/2014/main" val="20003"/>
                    </a:ext>
                  </a:extLst>
                </a:gridCol>
              </a:tblGrid>
              <a:tr h="450232">
                <a:tc>
                  <a:txBody>
                    <a:bodyPr/>
                    <a:lstStyle/>
                    <a:p>
                      <a:pPr algn="ctr"/>
                      <a:r>
                        <a:rPr lang="en-US" sz="1600" dirty="0"/>
                        <a:t>Sr.No</a:t>
                      </a:r>
                      <a:endParaRPr lang="en-IN" sz="1600" dirty="0"/>
                    </a:p>
                  </a:txBody>
                  <a:tcPr/>
                </a:tc>
                <a:tc>
                  <a:txBody>
                    <a:bodyPr/>
                    <a:lstStyle/>
                    <a:p>
                      <a:pPr algn="ctr"/>
                      <a:r>
                        <a:rPr lang="en-US" sz="1600" dirty="0"/>
                        <a:t>Author Name</a:t>
                      </a:r>
                      <a:endParaRPr lang="en-IN" sz="1600" dirty="0"/>
                    </a:p>
                  </a:txBody>
                  <a:tcPr/>
                </a:tc>
                <a:tc>
                  <a:txBody>
                    <a:bodyPr/>
                    <a:lstStyle/>
                    <a:p>
                      <a:pPr algn="ctr"/>
                      <a:r>
                        <a:rPr lang="en-US" sz="1600" dirty="0"/>
                        <a:t>Title</a:t>
                      </a:r>
                      <a:endParaRPr lang="en-IN" sz="1600" dirty="0"/>
                    </a:p>
                  </a:txBody>
                  <a:tcPr/>
                </a:tc>
                <a:tc>
                  <a:txBody>
                    <a:bodyPr/>
                    <a:lstStyle/>
                    <a:p>
                      <a:pPr algn="ctr"/>
                      <a:r>
                        <a:rPr lang="en-US" sz="1600" dirty="0"/>
                        <a:t>Description</a:t>
                      </a:r>
                      <a:endParaRPr lang="en-IN" sz="1600" dirty="0"/>
                    </a:p>
                  </a:txBody>
                  <a:tcPr/>
                </a:tc>
                <a:extLst>
                  <a:ext uri="{0D108BD9-81ED-4DB2-BD59-A6C34878D82A}">
                    <a16:rowId xmlns:a16="http://schemas.microsoft.com/office/drawing/2014/main" val="10000"/>
                  </a:ext>
                </a:extLst>
              </a:tr>
              <a:tr h="973893">
                <a:tc>
                  <a:txBody>
                    <a:bodyPr/>
                    <a:lstStyle/>
                    <a:p>
                      <a:pPr algn="ctr"/>
                      <a:r>
                        <a:rPr lang="en-US" sz="1200" dirty="0">
                          <a:latin typeface="Times New Roman" panose="02020603050405020304" pitchFamily="18" charset="0"/>
                          <a:cs typeface="Times New Roman" panose="02020603050405020304" pitchFamily="18" charset="0"/>
                        </a:rPr>
                        <a:t>1</a:t>
                      </a:r>
                      <a:endParaRPr lang="en-IN" sz="1200" dirty="0">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IN" sz="1200" dirty="0">
                          <a:latin typeface="Times New Roman" panose="02020603050405020304" pitchFamily="18" charset="0"/>
                          <a:cs typeface="Times New Roman" panose="02020603050405020304" pitchFamily="18" charset="0"/>
                        </a:rPr>
                        <a:t>Akash C. Jamgade, Prof. S. D. Zade</a:t>
                      </a:r>
                    </a:p>
                    <a:p>
                      <a:r>
                        <a:rPr lang="en-US" sz="1200" dirty="0">
                          <a:latin typeface="Times New Roman" panose="02020603050405020304" pitchFamily="18" charset="0"/>
                          <a:cs typeface="Times New Roman" panose="02020603050405020304" pitchFamily="18" charset="0"/>
                        </a:rPr>
                        <a:t>(Volume: 06 Issue: 05 | May 2019)</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Disease Prediction Using Machine Learning </a:t>
                      </a:r>
                      <a:endParaRPr lang="en-IN" sz="1200" dirty="0">
                        <a:latin typeface="Times New Roman" panose="02020603050405020304" pitchFamily="18" charset="0"/>
                        <a:cs typeface="Times New Roman" panose="02020603050405020304" pitchFamily="18" charset="0"/>
                      </a:endParaRPr>
                    </a:p>
                  </a:txBody>
                  <a:tcPr/>
                </a:tc>
                <a:tc>
                  <a:txBody>
                    <a:bodyPr/>
                    <a:lstStyle/>
                    <a:p>
                      <a:pPr algn="just"/>
                      <a:r>
                        <a:rPr lang="en-US" sz="1000" dirty="0">
                          <a:latin typeface="Times New Roman" panose="02020603050405020304" pitchFamily="18" charset="0"/>
                          <a:cs typeface="Times New Roman" panose="02020603050405020304" pitchFamily="18" charset="0"/>
                        </a:rPr>
                        <a:t>In this paper, we have combined the structure and unstructured data in healthcare fields that let us assess the risk of disease. The approach of the latent factor model for reconstructing the missing data in medical records which are collected from the hospital. And by using statistical knowledge, we could determine the major chronic diseases in a particular region and in particular community. To handle structured data, we consult hospital experts to know useful features.</a:t>
                      </a:r>
                      <a:endParaRPr lang="en-IN" sz="1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781981">
                <a:tc>
                  <a:txBody>
                    <a:bodyPr/>
                    <a:lstStyle/>
                    <a:p>
                      <a:pPr algn="ctr"/>
                      <a:r>
                        <a:rPr lang="en-US" sz="1200" dirty="0"/>
                        <a:t>2</a:t>
                      </a:r>
                      <a:endParaRPr lang="en-IN" sz="1200" dirty="0"/>
                    </a:p>
                  </a:txBody>
                  <a:tcPr/>
                </a:tc>
                <a:tc>
                  <a:txBody>
                    <a:bodyPr/>
                    <a:lstStyle/>
                    <a:p>
                      <a:r>
                        <a:rPr lang="en-IN" sz="1200" dirty="0"/>
                        <a:t>Yuvraj Nikhate, 2 M. V. Jonnalagedda,August 2020</a:t>
                      </a:r>
                    </a:p>
                  </a:txBody>
                  <a:tcPr/>
                </a:tc>
                <a:tc>
                  <a:txBody>
                    <a:bodyPr/>
                    <a:lstStyle/>
                    <a:p>
                      <a:r>
                        <a:rPr lang="en-US" sz="1200" dirty="0"/>
                        <a:t>Survey on heart disease prediction using machine learning </a:t>
                      </a:r>
                      <a:endParaRPr lang="en-IN" sz="1200" dirty="0"/>
                    </a:p>
                  </a:txBody>
                  <a:tcPr/>
                </a:tc>
                <a:tc>
                  <a:txBody>
                    <a:bodyPr/>
                    <a:lstStyle/>
                    <a:p>
                      <a:pPr algn="just"/>
                      <a:r>
                        <a:rPr lang="en-US" sz="1000" dirty="0"/>
                        <a:t>Then use of machine learning algorithm for prediction of heart disease. From risk factors we have selected number of attributes and their minimum value for normal and diseased person. Values of the attributes more than the minimum value means you have a risk of heart disease. That means a person who have diabetes, smoking habit last 10 years, hypertension, chest pain, ST-T depression, older age more than 60 years, women with early menopause, over dirking, higher values of cholesterol more than 200mg/dl and person with blockage in heart vessels are more likely to be the heart disease person.</a:t>
                      </a:r>
                      <a:endParaRPr lang="en-IN" sz="1000" dirty="0"/>
                    </a:p>
                  </a:txBody>
                  <a:tcPr/>
                </a:tc>
                <a:extLst>
                  <a:ext uri="{0D108BD9-81ED-4DB2-BD59-A6C34878D82A}">
                    <a16:rowId xmlns:a16="http://schemas.microsoft.com/office/drawing/2014/main" val="10002"/>
                  </a:ext>
                </a:extLst>
              </a:tr>
              <a:tr h="1469177">
                <a:tc>
                  <a:txBody>
                    <a:bodyPr/>
                    <a:lstStyle/>
                    <a:p>
                      <a:pPr algn="ctr"/>
                      <a:r>
                        <a:rPr lang="en-US" sz="1000" dirty="0"/>
                        <a:t>3</a:t>
                      </a:r>
                      <a:endParaRPr lang="en-IN" sz="1000" dirty="0"/>
                    </a:p>
                  </a:txBody>
                  <a:tcPr/>
                </a:tc>
                <a:tc>
                  <a:txBody>
                    <a:bodyPr/>
                    <a:lstStyle/>
                    <a:p>
                      <a:r>
                        <a:rPr lang="en-IN" sz="1000" dirty="0"/>
                        <a:t>Sarah Parisotb,1,∗ , Sofia Ira Ktenaa,1, Enzo Ferrantec , Matthew Leea , Ricardo Guerrerod,∗∗, Ben Glockera , Daniel Rueckerta </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1000" dirty="0"/>
                        <a:t>Disease Prediction using Graph Convolutional Networks: Application to Autism Spectrum Disorder and Alzheimer’s Disease</a:t>
                      </a:r>
                      <a:endParaRPr lang="en-IN" sz="1000" dirty="0"/>
                    </a:p>
                    <a:p>
                      <a:endParaRPr lang="en-IN" dirty="0"/>
                    </a:p>
                  </a:txBody>
                  <a:tcPr/>
                </a:tc>
                <a:tc>
                  <a:txBody>
                    <a:bodyPr/>
                    <a:lstStyle/>
                    <a:p>
                      <a:pPr algn="just"/>
                      <a:r>
                        <a:rPr lang="en-US" sz="1200" dirty="0"/>
                        <a:t>we present a thorough evaluation of a generic framework that leverages both imaging and non-imaging information and can be used for brain analysis in large populations. This framework exploits Graph Convolutional Networks (GCNs) and involves representing populations as a sparse graph, where its nodes are associated with imaging-based feature vectors, while phenotypic information is integrated as edge weights. The extensive evaluation explores the effect of each individual component of this framework on disease prediction performance and further compares it to different baselines. </a:t>
                      </a:r>
                      <a:endParaRPr lang="en-IN" sz="1200" dirty="0"/>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760" y="236680"/>
            <a:ext cx="8519760" cy="707400"/>
          </a:xfrm>
        </p:spPr>
        <p:txBody>
          <a:bodyPr/>
          <a:lstStyle/>
          <a:p>
            <a:pPr algn="ctr"/>
            <a:r>
              <a:rPr lang="en-US" sz="3600" b="1" dirty="0">
                <a:latin typeface="Times New Roman" panose="02020603050405020304" pitchFamily="18" charset="0"/>
                <a:cs typeface="Times New Roman" panose="02020603050405020304" pitchFamily="18" charset="0"/>
              </a:rPr>
              <a:t>METHODOLOGY</a:t>
            </a:r>
            <a:endParaRPr lang="en-IN" sz="3600" b="1" dirty="0">
              <a:latin typeface="Times New Roman" panose="02020603050405020304" pitchFamily="18" charset="0"/>
              <a:cs typeface="Times New Roman" panose="02020603050405020304" pitchFamily="18" charset="0"/>
            </a:endParaRPr>
          </a:p>
        </p:txBody>
      </p:sp>
      <p:pic>
        <p:nvPicPr>
          <p:cNvPr id="4" name="Picture 3"/>
          <p:cNvPicPr/>
          <p:nvPr/>
        </p:nvPicPr>
        <p:blipFill>
          <a:blip r:embed="rId2"/>
          <a:stretch>
            <a:fillRect/>
          </a:stretch>
        </p:blipFill>
        <p:spPr>
          <a:xfrm>
            <a:off x="1764163" y="1079411"/>
            <a:ext cx="5943600" cy="3583171"/>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CustomShape 1"/>
          <p:cNvSpPr/>
          <p:nvPr/>
        </p:nvSpPr>
        <p:spPr>
          <a:xfrm>
            <a:off x="311760" y="444960"/>
            <a:ext cx="8519760" cy="706680"/>
          </a:xfrm>
          <a:prstGeom prst="rect">
            <a:avLst/>
          </a:prstGeom>
          <a:noFill/>
          <a:ln>
            <a:noFill/>
          </a:ln>
        </p:spPr>
        <p:txBody>
          <a:bodyPr lIns="90000" tIns="91440" rIns="90000" bIns="91440"/>
          <a:lstStyle/>
          <a:p>
            <a:pPr algn="ctr">
              <a:lnSpc>
                <a:spcPct val="100000"/>
              </a:lnSpc>
            </a:pPr>
            <a:r>
              <a:rPr lang="en-US" sz="3600" b="1" dirty="0">
                <a:solidFill>
                  <a:srgbClr val="434343"/>
                </a:solidFill>
                <a:latin typeface="Times New Roman" panose="02020603050405020304"/>
                <a:ea typeface="Times New Roman" panose="02020603050405020304"/>
              </a:rPr>
              <a:t> </a:t>
            </a:r>
            <a:endParaRPr dirty="0"/>
          </a:p>
        </p:txBody>
      </p:sp>
      <p:sp>
        <p:nvSpPr>
          <p:cNvPr id="110" name="CustomShape 2"/>
          <p:cNvSpPr/>
          <p:nvPr/>
        </p:nvSpPr>
        <p:spPr>
          <a:xfrm>
            <a:off x="311760" y="798300"/>
            <a:ext cx="8519760" cy="3770100"/>
          </a:xfrm>
          <a:prstGeom prst="rect">
            <a:avLst/>
          </a:prstGeom>
          <a:noFill/>
          <a:ln>
            <a:noFill/>
          </a:ln>
        </p:spPr>
        <p:txBody>
          <a:bodyPr lIns="90000" tIns="91440" rIns="90000" bIns="91440"/>
          <a:lstStyle/>
          <a:p>
            <a:pPr>
              <a:lnSpc>
                <a:spcPct val="115000"/>
              </a:lnSpc>
            </a:pPr>
            <a:endParaRPr dirty="0"/>
          </a:p>
        </p:txBody>
      </p:sp>
      <p:sp>
        <p:nvSpPr>
          <p:cNvPr id="2" name="Rectangle 1"/>
          <p:cNvSpPr/>
          <p:nvPr/>
        </p:nvSpPr>
        <p:spPr>
          <a:xfrm>
            <a:off x="131445" y="129540"/>
            <a:ext cx="8879840" cy="4799965"/>
          </a:xfrm>
          <a:prstGeom prst="rect">
            <a:avLst/>
          </a:prstGeom>
        </p:spPr>
        <p:txBody>
          <a:bodyPr wrap="square">
            <a:spAutoFit/>
          </a:bodyPr>
          <a:lstStyle/>
          <a:p>
            <a:pPr algn="ctr"/>
            <a:r>
              <a:rPr lang="en-US" sz="3600" b="1" dirty="0">
                <a:latin typeface="Times New Roman" panose="02020603050405020304" pitchFamily="18" charset="0"/>
                <a:cs typeface="Times New Roman" panose="02020603050405020304" pitchFamily="18" charset="0"/>
              </a:rPr>
              <a:t>Methodology</a:t>
            </a:r>
          </a:p>
          <a:p>
            <a:pPr algn="ctr"/>
            <a:endParaRPr lang="en-IN" sz="2000" dirty="0"/>
          </a:p>
          <a:p>
            <a:r>
              <a:rPr lang="en-US" b="1" dirty="0">
                <a:latin typeface="Times New Roman" panose="02020603050405020304" pitchFamily="18" charset="0"/>
                <a:cs typeface="Times New Roman" panose="02020603050405020304" pitchFamily="18" charset="0"/>
              </a:rPr>
              <a:t>Step 1: Data collection and dataset preparation.</a:t>
            </a:r>
          </a:p>
          <a:p>
            <a:r>
              <a:rPr lang="en-US" sz="1600" dirty="0">
                <a:latin typeface="Times New Roman" panose="02020603050405020304" pitchFamily="18" charset="0"/>
                <a:cs typeface="Times New Roman" panose="02020603050405020304" pitchFamily="18" charset="0"/>
              </a:rPr>
              <a:t>This will involve collection of medical information artifacts from various sources like hospitals, discharge slips of patients and from UCI repository then preprocessing is applied on dataset which will remove all the unnecessary data and extract important features from data.</a:t>
            </a:r>
            <a:r>
              <a:rPr lang="en-US" sz="1600" dirty="0"/>
              <a:t> </a:t>
            </a:r>
            <a:endParaRPr lang="en-IN" sz="1600" dirty="0"/>
          </a:p>
          <a:p>
            <a:pPr algn="just"/>
            <a:r>
              <a:rPr lang="en-US" b="1" dirty="0">
                <a:latin typeface="Times New Roman" panose="02020603050405020304" pitchFamily="18" charset="0"/>
                <a:cs typeface="Times New Roman" panose="02020603050405020304" pitchFamily="18" charset="0"/>
              </a:rPr>
              <a:t>Step 2:</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Developing a probabilistic modeling and deep learning approach (CNN) for Disease Prediction.</a:t>
            </a:r>
            <a:endParaRPr lang="en-IN" dirty="0">
              <a:latin typeface="Times New Roman" panose="02020603050405020304" pitchFamily="18" charset="0"/>
              <a:cs typeface="Times New Roman" panose="02020603050405020304" pitchFamily="18" charset="0"/>
            </a:endParaRPr>
          </a:p>
          <a:p>
            <a:pPr algn="just"/>
            <a:r>
              <a:rPr lang="en-US" sz="1600" dirty="0">
                <a:latin typeface="Times New Roman" panose="02020603050405020304" pitchFamily="18" charset="0"/>
                <a:cs typeface="Times New Roman" panose="02020603050405020304" pitchFamily="18" charset="0"/>
              </a:rPr>
              <a:t>In this step probabilistic modeling and deep learning approach based on CNN is to be developed it will run effectively on extensive databases of healthcare. And generate decision tree also it can deal with a huge number of information variables without variable deletion.</a:t>
            </a:r>
            <a:endParaRPr lang="en-IN" sz="1600"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Step 3: Training and experimentation on datasets.</a:t>
            </a:r>
            <a:endParaRPr lang="en-IN" b="1" dirty="0"/>
          </a:p>
          <a:p>
            <a:pPr algn="just"/>
            <a:r>
              <a:rPr lang="en-US" sz="1600" dirty="0">
                <a:latin typeface="Times New Roman" panose="02020603050405020304" pitchFamily="18" charset="0"/>
                <a:cs typeface="Times New Roman" panose="02020603050405020304" pitchFamily="18" charset="0"/>
              </a:rPr>
              <a:t>The Disease Prediction model will be trained on the dataset of diseases to do the prediction accurately</a:t>
            </a:r>
            <a:endParaRPr lang="en-IN" sz="1600"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Step 4</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Deployment and analysis on real life scenario.</a:t>
            </a:r>
            <a:endParaRPr lang="en-IN" b="1" dirty="0">
              <a:latin typeface="Times New Roman" panose="02020603050405020304" pitchFamily="18" charset="0"/>
              <a:cs typeface="Times New Roman" panose="02020603050405020304" pitchFamily="18" charset="0"/>
            </a:endParaRPr>
          </a:p>
          <a:p>
            <a:pPr algn="just"/>
            <a:r>
              <a:rPr lang="en-US" sz="1600" dirty="0">
                <a:latin typeface="Times New Roman" panose="02020603050405020304" pitchFamily="18" charset="0"/>
                <a:cs typeface="Times New Roman" panose="02020603050405020304" pitchFamily="18" charset="0"/>
              </a:rPr>
              <a:t>The trained and tested prediction model will be deployed in a real-life scenario made by the human experts &amp; will be leveraged for further improvement in the methodology and will follow the above architecture.</a:t>
            </a:r>
            <a:endParaRPr lang="en-IN"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785" y="222250"/>
            <a:ext cx="4605020" cy="821055"/>
          </a:xfrm>
        </p:spPr>
        <p:txBody>
          <a:bodyPr/>
          <a:lstStyle/>
          <a:p>
            <a:br>
              <a:rPr lang="en-US" sz="3600" b="1" dirty="0"/>
            </a:br>
            <a:r>
              <a:rPr lang="en-US" sz="3600" b="1" dirty="0">
                <a:latin typeface="Times New Roman" panose="02020603050405020304" pitchFamily="18" charset="0"/>
                <a:cs typeface="Times New Roman" panose="02020603050405020304" pitchFamily="18" charset="0"/>
              </a:rPr>
              <a:t>Technology to be used :</a:t>
            </a:r>
            <a:br>
              <a:rPr lang="en-IN" sz="3600" dirty="0"/>
            </a:br>
            <a:endParaRPr lang="en-IN" sz="3600" dirty="0"/>
          </a:p>
        </p:txBody>
      </p:sp>
      <p:sp>
        <p:nvSpPr>
          <p:cNvPr id="3" name="Subtitle 2"/>
          <p:cNvSpPr>
            <a:spLocks noGrp="1"/>
          </p:cNvSpPr>
          <p:nvPr>
            <p:ph type="subTitle"/>
          </p:nvPr>
        </p:nvSpPr>
        <p:spPr>
          <a:xfrm>
            <a:off x="311785" y="1132840"/>
            <a:ext cx="5013960" cy="2878455"/>
          </a:xfrm>
        </p:spPr>
        <p:txBody>
          <a:bodyPr/>
          <a:lstStyle/>
          <a:p>
            <a:pPr marL="0" indent="0">
              <a:buNone/>
            </a:pPr>
            <a:r>
              <a:rPr lang="en-US" sz="1800" dirty="0">
                <a:latin typeface="Times New Roman" panose="02020603050405020304" pitchFamily="18" charset="0"/>
                <a:cs typeface="Times New Roman" panose="02020603050405020304" pitchFamily="18" charset="0"/>
              </a:rPr>
              <a:t>Tools such as Anaconda Python, and </a:t>
            </a:r>
          </a:p>
          <a:p>
            <a:pPr marL="0" indent="0">
              <a:buNone/>
            </a:pPr>
            <a:r>
              <a:rPr lang="en-US" sz="1800" dirty="0">
                <a:latin typeface="Times New Roman" panose="02020603050405020304" pitchFamily="18" charset="0"/>
                <a:cs typeface="Times New Roman" panose="02020603050405020304" pitchFamily="18" charset="0"/>
              </a:rPr>
              <a:t>python libraries will be utilized for this </a:t>
            </a:r>
          </a:p>
          <a:p>
            <a:pPr marL="0" indent="0">
              <a:buNone/>
            </a:pPr>
            <a:r>
              <a:rPr lang="en-US" sz="1800" dirty="0">
                <a:latin typeface="Times New Roman" panose="02020603050405020304" pitchFamily="18" charset="0"/>
                <a:cs typeface="Times New Roman" panose="02020603050405020304" pitchFamily="18" charset="0"/>
              </a:rPr>
              <a:t>process.</a:t>
            </a:r>
          </a:p>
          <a:p>
            <a:pPr marL="0" indent="0">
              <a:buNone/>
            </a:pPr>
            <a:endParaRPr lang="en-IN" sz="2400" dirty="0"/>
          </a:p>
          <a:p>
            <a:endParaRPr lang="en-IN"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83933" y="113016"/>
            <a:ext cx="3805955" cy="4756935"/>
          </a:xfrm>
          <a:prstGeom prst="rect">
            <a:avLst/>
          </a:prstGeom>
          <a:ln w="228600" cap="sq" cmpd="thickThin">
            <a:solidFill>
              <a:srgbClr val="000000"/>
            </a:solidFill>
            <a:prstDash val="solid"/>
            <a:miter lim="800000"/>
          </a:ln>
          <a:effectLst>
            <a:innerShdw blurRad="76200">
              <a:srgbClr val="000000"/>
            </a:inn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p:nvPr>
        </p:nvSpPr>
        <p:spPr>
          <a:xfrm>
            <a:off x="208280" y="137160"/>
            <a:ext cx="8613775" cy="4667885"/>
          </a:xfrm>
        </p:spPr>
        <p:txBody>
          <a:bodyPr/>
          <a:lstStyle/>
          <a:p>
            <a:pPr marL="0" indent="0" algn="ctr">
              <a:buNone/>
            </a:pPr>
            <a:endParaRPr lang="en-US" sz="2000" b="1" dirty="0"/>
          </a:p>
          <a:p>
            <a:pPr marL="0" indent="0" algn="ctr">
              <a:buNone/>
            </a:pPr>
            <a:r>
              <a:rPr lang="en-US" sz="3600" b="1" dirty="0">
                <a:latin typeface="Times New Roman" panose="02020603050405020304" pitchFamily="18" charset="0"/>
                <a:cs typeface="Times New Roman" panose="02020603050405020304" pitchFamily="18" charset="0"/>
              </a:rPr>
              <a:t>Algorithms</a:t>
            </a:r>
            <a:endParaRPr lang="en-US" sz="3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Python based Deep Learning libraries will be exploited for the development and experimentation of the project. CNN is used for the classification.</a:t>
            </a:r>
            <a:endParaRPr lang="en-IN"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Convolutional neural network (CNN)</a:t>
            </a:r>
          </a:p>
          <a:p>
            <a:r>
              <a:rPr lang="en-US" sz="1600" b="1" dirty="0"/>
              <a:t>Step 1: </a:t>
            </a:r>
            <a:r>
              <a:rPr lang="en-US" sz="1600" dirty="0">
                <a:latin typeface="Times New Roman" panose="02020603050405020304" pitchFamily="18" charset="0"/>
                <a:cs typeface="Times New Roman" panose="02020603050405020304" pitchFamily="18" charset="0"/>
              </a:rPr>
              <a:t>The dataset is converted into the vector form.</a:t>
            </a:r>
            <a:endParaRPr lang="en-IN" sz="1600" dirty="0">
              <a:latin typeface="Times New Roman" panose="02020603050405020304" pitchFamily="18" charset="0"/>
              <a:cs typeface="Times New Roman" panose="02020603050405020304" pitchFamily="18" charset="0"/>
            </a:endParaRPr>
          </a:p>
          <a:p>
            <a:r>
              <a:rPr lang="en-US" sz="1600" b="1" dirty="0"/>
              <a:t>Step 2: </a:t>
            </a:r>
            <a:r>
              <a:rPr lang="en-US" sz="1600" dirty="0">
                <a:latin typeface="Times New Roman" panose="02020603050405020304" pitchFamily="18" charset="0"/>
                <a:cs typeface="Times New Roman" panose="02020603050405020304" pitchFamily="18" charset="0"/>
              </a:rPr>
              <a:t>Then word embedding is carried out which adopt zero values to fill the data. The output of word embedding is</a:t>
            </a:r>
            <a:r>
              <a:rPr lang="en-IN" sz="16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convolutional layer.</a:t>
            </a:r>
            <a:endParaRPr lang="en-IN" sz="1600" dirty="0">
              <a:latin typeface="Times New Roman" panose="02020603050405020304" pitchFamily="18" charset="0"/>
              <a:cs typeface="Times New Roman" panose="02020603050405020304" pitchFamily="18" charset="0"/>
            </a:endParaRPr>
          </a:p>
          <a:p>
            <a:r>
              <a:rPr lang="en-US" sz="1600" b="1" dirty="0"/>
              <a:t>Step 3: </a:t>
            </a:r>
            <a:r>
              <a:rPr lang="en-US" sz="1600" dirty="0">
                <a:latin typeface="Times New Roman" panose="02020603050405020304" pitchFamily="18" charset="0"/>
                <a:cs typeface="Times New Roman" panose="02020603050405020304" pitchFamily="18" charset="0"/>
              </a:rPr>
              <a:t>This Convolutional layer taken as input to pooling layer and we perform max pooling operation on convolutional layer.</a:t>
            </a:r>
            <a:endParaRPr lang="en-IN" sz="1600" dirty="0">
              <a:latin typeface="Times New Roman" panose="02020603050405020304" pitchFamily="18" charset="0"/>
              <a:cs typeface="Times New Roman" panose="02020603050405020304" pitchFamily="18" charset="0"/>
            </a:endParaRPr>
          </a:p>
          <a:p>
            <a:r>
              <a:rPr lang="en-US" sz="1600" b="1" dirty="0"/>
              <a:t>Step 4: </a:t>
            </a:r>
            <a:r>
              <a:rPr lang="en-US" sz="1600" dirty="0">
                <a:latin typeface="Times New Roman" panose="02020603050405020304" pitchFamily="18" charset="0"/>
                <a:cs typeface="Times New Roman" panose="02020603050405020304" pitchFamily="18" charset="0"/>
              </a:rPr>
              <a:t>In Max pooling the dataset is convert into fixed length vector form. Pooling layer is connected with the full connected neural network.</a:t>
            </a:r>
            <a:endParaRPr lang="en-IN" sz="1600" dirty="0">
              <a:latin typeface="Times New Roman" panose="02020603050405020304" pitchFamily="18" charset="0"/>
              <a:cs typeface="Times New Roman" panose="02020603050405020304" pitchFamily="18" charset="0"/>
            </a:endParaRPr>
          </a:p>
          <a:p>
            <a:r>
              <a:rPr lang="en-US" sz="1600" b="1" dirty="0"/>
              <a:t>Step 5: </a:t>
            </a:r>
            <a:r>
              <a:rPr lang="en-US" sz="1600" dirty="0">
                <a:latin typeface="Times New Roman" panose="02020603050405020304" pitchFamily="18" charset="0"/>
                <a:cs typeface="Times New Roman" panose="02020603050405020304" pitchFamily="18" charset="0"/>
              </a:rPr>
              <a:t>The full connection layer is connected to the classifier that is softmax classifier.</a:t>
            </a:r>
            <a:endParaRPr lang="en-IN" sz="1600" dirty="0">
              <a:latin typeface="Times New Roman" panose="02020603050405020304" pitchFamily="18" charset="0"/>
              <a:cs typeface="Times New Roman" panose="02020603050405020304" pitchFamily="18" charset="0"/>
            </a:endParaRPr>
          </a:p>
          <a:p>
            <a:pPr marL="0" indent="0">
              <a:buNone/>
            </a:pPr>
            <a:endParaRPr lang="en-IN" sz="1600" dirty="0"/>
          </a:p>
          <a:p>
            <a:endParaRPr lang="en-IN"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125" y="183146"/>
            <a:ext cx="8519760" cy="542260"/>
          </a:xfrm>
        </p:spPr>
        <p:txBody>
          <a:bodyPr/>
          <a:lstStyle/>
          <a:p>
            <a:pPr algn="ctr"/>
            <a:r>
              <a:rPr lang="en-US" sz="3600" b="1" dirty="0">
                <a:latin typeface="Times New Roman" panose="02020603050405020304" pitchFamily="18" charset="0"/>
                <a:cs typeface="Times New Roman" panose="02020603050405020304" pitchFamily="18" charset="0"/>
              </a:rPr>
              <a:t>ARCHITECTURE DIAGRAM</a:t>
            </a:r>
            <a:endParaRPr lang="en-IN" sz="3600" b="1" dirty="0">
              <a:latin typeface="Times New Roman" panose="02020603050405020304" pitchFamily="18" charset="0"/>
              <a:cs typeface="Times New Roman" panose="02020603050405020304" pitchFamily="18" charset="0"/>
            </a:endParaRPr>
          </a:p>
        </p:txBody>
      </p:sp>
      <p:pic>
        <p:nvPicPr>
          <p:cNvPr id="1026" name="Picture 2"/>
          <p:cNvPicPr>
            <a:picLocks noChangeAspect="1" noChangeArrowheads="1"/>
          </p:cNvPicPr>
          <p:nvPr/>
        </p:nvPicPr>
        <p:blipFill>
          <a:blip r:embed="rId2">
            <a:duotone>
              <a:prstClr val="black"/>
              <a:schemeClr val="accent5">
                <a:tint val="45000"/>
                <a:satMod val="400000"/>
              </a:schemeClr>
            </a:duotone>
            <a:extLst>
              <a:ext uri="{28A0092B-C50C-407E-A947-70E740481C1C}">
                <a14:useLocalDpi xmlns:a14="http://schemas.microsoft.com/office/drawing/2010/main" val="0"/>
              </a:ext>
            </a:extLst>
          </a:blip>
          <a:srcRect/>
          <a:stretch>
            <a:fillRect/>
          </a:stretch>
        </p:blipFill>
        <p:spPr bwMode="auto">
          <a:xfrm>
            <a:off x="1656714" y="1016260"/>
            <a:ext cx="5927843" cy="3591935"/>
          </a:xfrm>
          <a:prstGeom prst="rect">
            <a:avLst/>
          </a:prstGeom>
          <a:ln w="228600" cap="sq" cmpd="thickThin">
            <a:solidFill>
              <a:srgbClr val="000000"/>
            </a:solidFill>
            <a:prstDash val="solid"/>
            <a:miter lim="800000"/>
            <a:headEnd/>
            <a:tailEnd/>
          </a:ln>
          <a:effectLst>
            <a:innerShdw blurRad="76200">
              <a:srgbClr val="000000"/>
            </a:innerShdw>
          </a:effectLst>
          <a:extLst>
            <a:ext uri="{909E8E84-426E-40DD-AFC4-6F175D3DCCD1}">
              <a14:hiddenFill xmlns:a14="http://schemas.microsoft.com/office/drawing/2010/main">
                <a:solidFill>
                  <a:schemeClr val="accent1"/>
                </a:solidFill>
              </a14:hiddenFill>
            </a:ext>
          </a:extLst>
        </p:spPr>
      </p:pic>
      <p:pic>
        <p:nvPicPr>
          <p:cNvPr id="5" name="Picture 4">
            <a:extLst>
              <a:ext uri="{FF2B5EF4-FFF2-40B4-BE49-F238E27FC236}">
                <a16:creationId xmlns:a16="http://schemas.microsoft.com/office/drawing/2014/main" id="{3E91CB2B-A48A-48D1-830B-B60E3478C4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56714" y="1016260"/>
            <a:ext cx="5927843" cy="359193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760" y="197751"/>
            <a:ext cx="8519760" cy="542260"/>
          </a:xfrm>
        </p:spPr>
        <p:txBody>
          <a:bodyPr/>
          <a:lstStyle/>
          <a:p>
            <a:pPr algn="ctr"/>
            <a:r>
              <a:rPr lang="en-US" sz="3600" b="1" dirty="0">
                <a:latin typeface="Times New Roman" panose="02020603050405020304" pitchFamily="18" charset="0"/>
                <a:cs typeface="Times New Roman" panose="02020603050405020304" pitchFamily="18" charset="0"/>
              </a:rPr>
              <a:t>ACTIVITY DIAGRAM</a:t>
            </a:r>
            <a:endParaRPr lang="en-IN" sz="3600" b="1"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9579" y="935220"/>
            <a:ext cx="7798808" cy="3801167"/>
          </a:xfrm>
          <a:prstGeom prst="rect">
            <a:avLst/>
          </a:prstGeom>
          <a:ln w="228600" cap="sq" cmpd="thickThin">
            <a:solidFill>
              <a:srgbClr val="000000"/>
            </a:solidFill>
            <a:prstDash val="solid"/>
            <a:miter lim="800000"/>
          </a:ln>
          <a:effectLst>
            <a:innerShdw blurRad="76200">
              <a:srgbClr val="000000"/>
            </a:inn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760" y="169176"/>
            <a:ext cx="8519760" cy="542260"/>
          </a:xfrm>
        </p:spPr>
        <p:txBody>
          <a:bodyPr/>
          <a:lstStyle/>
          <a:p>
            <a:pPr algn="ctr"/>
            <a:r>
              <a:rPr lang="en-US" sz="3600" b="1" dirty="0">
                <a:latin typeface="Times New Roman" panose="02020603050405020304" pitchFamily="18" charset="0"/>
                <a:cs typeface="Times New Roman" panose="02020603050405020304" pitchFamily="18" charset="0"/>
              </a:rPr>
              <a:t>USE CASE DIAGRAM</a:t>
            </a:r>
            <a:endParaRPr lang="en-IN" sz="3600" b="1"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9306" y="1109609"/>
            <a:ext cx="7798808" cy="3318553"/>
          </a:xfrm>
          <a:prstGeom prst="rect">
            <a:avLst/>
          </a:prstGeom>
          <a:ln w="228600" cap="sq" cmpd="thickThin">
            <a:solidFill>
              <a:srgbClr val="000000"/>
            </a:solidFill>
            <a:prstDash val="solid"/>
            <a:miter lim="800000"/>
          </a:ln>
          <a:effectLst>
            <a:innerShdw blurRad="76200">
              <a:srgbClr val="000000"/>
            </a:innerShdw>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760" y="169176"/>
            <a:ext cx="8519760" cy="542260"/>
          </a:xfrm>
        </p:spPr>
        <p:txBody>
          <a:bodyPr/>
          <a:lstStyle/>
          <a:p>
            <a:pPr algn="ctr"/>
            <a:r>
              <a:rPr lang="en-IN" sz="3600" b="1" dirty="0">
                <a:latin typeface="Times New Roman" panose="02020603050405020304" pitchFamily="18" charset="0"/>
                <a:cs typeface="Times New Roman" panose="02020603050405020304" pitchFamily="18" charset="0"/>
              </a:rPr>
              <a:t>CLASS DIAGRAM</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9306" y="1109609"/>
            <a:ext cx="7798808" cy="3318553"/>
          </a:xfrm>
          <a:prstGeom prst="rect">
            <a:avLst/>
          </a:prstGeom>
          <a:ln w="228600" cap="sq" cmpd="thickThin">
            <a:solidFill>
              <a:srgbClr val="000000"/>
            </a:solidFill>
            <a:prstDash val="solid"/>
            <a:miter lim="800000"/>
          </a:ln>
          <a:effectLst>
            <a:innerShdw blurRad="76200">
              <a:srgbClr val="000000"/>
            </a:innerShdw>
          </a:effectLst>
        </p:spPr>
      </p:pic>
      <p:pic>
        <p:nvPicPr>
          <p:cNvPr id="4" name="Picture 3">
            <a:extLst>
              <a:ext uri="{FF2B5EF4-FFF2-40B4-BE49-F238E27FC236}">
                <a16:creationId xmlns:a16="http://schemas.microsoft.com/office/drawing/2014/main" id="{E7E2D88F-7D43-4F52-926F-84189248CE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0736" y="1109609"/>
            <a:ext cx="7752659" cy="3318553"/>
          </a:xfrm>
          <a:prstGeom prst="rect">
            <a:avLst/>
          </a:prstGeom>
        </p:spPr>
      </p:pic>
    </p:spTree>
    <p:extLst>
      <p:ext uri="{BB962C8B-B14F-4D97-AF65-F5344CB8AC3E}">
        <p14:creationId xmlns:p14="http://schemas.microsoft.com/office/powerpoint/2010/main" val="11632465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760" y="266331"/>
            <a:ext cx="8519760" cy="542260"/>
          </a:xfrm>
        </p:spPr>
        <p:txBody>
          <a:bodyPr/>
          <a:lstStyle/>
          <a:p>
            <a:pPr algn="ctr"/>
            <a:r>
              <a:rPr lang="en-US" sz="3600" b="1" dirty="0">
                <a:latin typeface="Times New Roman" panose="02020603050405020304" pitchFamily="18" charset="0"/>
                <a:cs typeface="Times New Roman" panose="02020603050405020304" pitchFamily="18" charset="0"/>
              </a:rPr>
              <a:t>PROJECT CONTENT</a:t>
            </a:r>
            <a:endParaRPr lang="en-IN" sz="3600" b="1" dirty="0">
              <a:latin typeface="Times New Roman" panose="02020603050405020304" pitchFamily="18" charset="0"/>
              <a:cs typeface="Times New Roman" panose="02020603050405020304" pitchFamily="18" charset="0"/>
            </a:endParaRPr>
          </a:p>
        </p:txBody>
      </p:sp>
      <p:sp>
        <p:nvSpPr>
          <p:cNvPr id="3" name="Rectangle 2"/>
          <p:cNvSpPr/>
          <p:nvPr/>
        </p:nvSpPr>
        <p:spPr>
          <a:xfrm>
            <a:off x="244475" y="808355"/>
            <a:ext cx="8684260" cy="3830955"/>
          </a:xfrm>
          <a:prstGeom prst="rect">
            <a:avLst/>
          </a:prstGeom>
        </p:spPr>
        <p:txBody>
          <a:bodyPr wrap="square">
            <a:spAutoFit/>
          </a:bodyPr>
          <a:lstStyle/>
          <a:p>
            <a:endParaRPr lang="en-US" dirty="0"/>
          </a:p>
          <a:p>
            <a:r>
              <a:rPr lang="en-US" dirty="0">
                <a:latin typeface="Times New Roman" panose="02020603050405020304" pitchFamily="18" charset="0"/>
                <a:cs typeface="Times New Roman" panose="02020603050405020304" pitchFamily="18" charset="0"/>
              </a:rPr>
              <a:t>List Of Modules for Disease Prediction Are:</a:t>
            </a:r>
          </a:p>
          <a:p>
            <a:pPr marL="285750" indent="-285750">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User module </a:t>
            </a:r>
          </a:p>
          <a:p>
            <a:pPr marL="285750" indent="-285750">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Doctor module </a:t>
            </a:r>
          </a:p>
          <a:p>
            <a:endParaRPr lang="en-US" dirty="0"/>
          </a:p>
          <a:p>
            <a:r>
              <a:rPr lang="en-US" b="1" dirty="0"/>
              <a:t>Software:</a:t>
            </a:r>
            <a:endParaRPr lang="en-IN" dirty="0"/>
          </a:p>
          <a:p>
            <a:pPr algn="just">
              <a:lnSpc>
                <a:spcPct val="150000"/>
              </a:lnSpc>
            </a:pPr>
            <a:r>
              <a:rPr lang="en-US" dirty="0">
                <a:latin typeface="Times New Roman" panose="02020603050405020304" pitchFamily="18" charset="0"/>
                <a:cs typeface="Times New Roman" panose="02020603050405020304" pitchFamily="18" charset="0"/>
              </a:rPr>
              <a:t>Software and Hardware Requirements Training will be conducted on NVIDIA GPUs for training a probabilistic modeling and deep learning approach for diseases prediction. We can use medical hardware devices for capturing the real data or test the results on real-time data.</a:t>
            </a:r>
            <a:endParaRPr lang="en-IN" dirty="0">
              <a:latin typeface="Times New Roman" panose="02020603050405020304" pitchFamily="18" charset="0"/>
              <a:cs typeface="Times New Roman" panose="02020603050405020304" pitchFamily="18" charset="0"/>
            </a:endParaRPr>
          </a:p>
          <a:p>
            <a:endParaRPr lang="en-US" dirty="0"/>
          </a:p>
          <a:p>
            <a:endParaRPr lang="en-I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760" y="391426"/>
            <a:ext cx="8519760" cy="542260"/>
          </a:xfrm>
        </p:spPr>
        <p:txBody>
          <a:bodyPr/>
          <a:lstStyle/>
          <a:p>
            <a:pPr algn="ctr"/>
            <a:r>
              <a:rPr lang="en-US" sz="3600" b="1" dirty="0">
                <a:latin typeface="Times New Roman" panose="02020603050405020304" pitchFamily="18" charset="0"/>
                <a:cs typeface="Times New Roman" panose="02020603050405020304" pitchFamily="18" charset="0"/>
              </a:rPr>
              <a:t>User Module</a:t>
            </a:r>
            <a:endParaRPr lang="en-IN" sz="3600" b="1" dirty="0">
              <a:latin typeface="Times New Roman" panose="02020603050405020304" pitchFamily="18" charset="0"/>
              <a:cs typeface="Times New Roman" panose="02020603050405020304" pitchFamily="18" charset="0"/>
            </a:endParaRPr>
          </a:p>
        </p:txBody>
      </p:sp>
      <p:sp>
        <p:nvSpPr>
          <p:cNvPr id="3" name="Rectangle 2"/>
          <p:cNvSpPr/>
          <p:nvPr/>
        </p:nvSpPr>
        <p:spPr>
          <a:xfrm>
            <a:off x="244549" y="808074"/>
            <a:ext cx="8420986" cy="3692525"/>
          </a:xfrm>
          <a:prstGeom prst="rect">
            <a:avLst/>
          </a:prstGeom>
        </p:spPr>
        <p:txBody>
          <a:bodyPr wrap="square">
            <a:spAutoFit/>
          </a:bodyPr>
          <a:lstStyle/>
          <a:p>
            <a:pPr marL="285750" indent="-285750">
              <a:lnSpc>
                <a:spcPct val="150000"/>
              </a:lnSpc>
              <a:buFont typeface="Wingdings" panose="05000000000000000000" pitchFamily="2" charset="2"/>
              <a:buChar char="q"/>
            </a:pPr>
            <a:endParaRPr lang="en-US" dirty="0"/>
          </a:p>
          <a:p>
            <a:pPr marL="285750" indent="-285750">
              <a:lnSpc>
                <a:spcPct val="150000"/>
              </a:lnSpc>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With the datasets already acquired from the UCI Machine learning repository, we can now proceed with collecting the details of the patients.  </a:t>
            </a:r>
          </a:p>
          <a:p>
            <a:pPr marL="285750" indent="-285750">
              <a:lnSpc>
                <a:spcPct val="150000"/>
              </a:lnSpc>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Data like the Patient's Name, Blood Group, Address, Phone number, Sex, Weight, Height are collected from the patients themselves to help with the creation of an individual user account. </a:t>
            </a:r>
          </a:p>
          <a:p>
            <a:pPr marL="285750" indent="-285750">
              <a:lnSpc>
                <a:spcPct val="150000"/>
              </a:lnSpc>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Already registered user can directly start accessing the system with the help of the user id and password provided.</a:t>
            </a:r>
          </a:p>
          <a:p>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2395" y="336181"/>
            <a:ext cx="8519760" cy="542260"/>
          </a:xfrm>
        </p:spPr>
        <p:txBody>
          <a:bodyPr/>
          <a:lstStyle/>
          <a:p>
            <a:pPr algn="ctr"/>
            <a:r>
              <a:rPr lang="en-US" sz="3600" b="1" dirty="0">
                <a:latin typeface="Times New Roman" panose="02020603050405020304" pitchFamily="18" charset="0"/>
                <a:cs typeface="Times New Roman" panose="02020603050405020304" pitchFamily="18" charset="0"/>
              </a:rPr>
              <a:t>Doctor Module</a:t>
            </a:r>
            <a:endParaRPr lang="en-IN" sz="3600" b="1" dirty="0">
              <a:latin typeface="Times New Roman" panose="02020603050405020304" pitchFamily="18" charset="0"/>
              <a:cs typeface="Times New Roman" panose="02020603050405020304" pitchFamily="18" charset="0"/>
            </a:endParaRPr>
          </a:p>
        </p:txBody>
      </p:sp>
      <p:sp>
        <p:nvSpPr>
          <p:cNvPr id="3" name="Rectangle 2"/>
          <p:cNvSpPr/>
          <p:nvPr/>
        </p:nvSpPr>
        <p:spPr>
          <a:xfrm>
            <a:off x="224228" y="1071599"/>
            <a:ext cx="8708065" cy="2999740"/>
          </a:xfrm>
          <a:prstGeom prst="rect">
            <a:avLst/>
          </a:prstGeom>
        </p:spPr>
        <p:txBody>
          <a:bodyPr wrap="square">
            <a:spAutoFit/>
          </a:bodyPr>
          <a:lstStyle/>
          <a:p>
            <a:pPr marL="285750" indent="-285750" algn="just">
              <a:lnSpc>
                <a:spcPct val="150000"/>
              </a:lnSpc>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Doctor views all patient details and their Medical History. </a:t>
            </a:r>
          </a:p>
          <a:p>
            <a:pPr marL="285750" indent="-285750" algn="just">
              <a:lnSpc>
                <a:spcPct val="150000"/>
              </a:lnSpc>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Doctor with the help of the medical records, punch in the value of the attributes which is fed into FCM for clustering purposes. </a:t>
            </a:r>
          </a:p>
          <a:p>
            <a:pPr marL="285750" indent="-285750" algn="just">
              <a:lnSpc>
                <a:spcPct val="150000"/>
              </a:lnSpc>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The attributes used are given below Age, Sex, Chest Pain, Rest BP, Cholesterol, Sugar, ECG, Max heart range, Angina, Old peak, Sis Lope, Vessels, Thalassemia. </a:t>
            </a:r>
          </a:p>
          <a:p>
            <a:pPr marL="285750" indent="-285750" algn="just">
              <a:lnSpc>
                <a:spcPct val="150000"/>
              </a:lnSpc>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The result is a screen that displays the chance of a person having any disease.</a:t>
            </a:r>
          </a:p>
          <a:p>
            <a:pPr marL="285750" indent="-285750" algn="just">
              <a:lnSpc>
                <a:spcPct val="150000"/>
              </a:lnSpc>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The system then produces a list of suggestions for the person with the given attributes</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CustomShape 1"/>
          <p:cNvSpPr/>
          <p:nvPr/>
        </p:nvSpPr>
        <p:spPr>
          <a:xfrm>
            <a:off x="311760" y="154080"/>
            <a:ext cx="8519760" cy="706680"/>
          </a:xfrm>
          <a:prstGeom prst="rect">
            <a:avLst/>
          </a:prstGeom>
          <a:noFill/>
          <a:ln>
            <a:noFill/>
          </a:ln>
        </p:spPr>
        <p:txBody>
          <a:bodyPr lIns="90000" tIns="91440" rIns="90000" bIns="91440"/>
          <a:lstStyle/>
          <a:p>
            <a:pPr algn="ctr">
              <a:lnSpc>
                <a:spcPct val="100000"/>
              </a:lnSpc>
            </a:pPr>
            <a:r>
              <a:rPr lang="en-US" sz="3600" b="1" dirty="0">
                <a:solidFill>
                  <a:srgbClr val="434343"/>
                </a:solidFill>
                <a:latin typeface="Times New Roman" panose="02020603050405020304"/>
                <a:ea typeface="Times New Roman" panose="02020603050405020304"/>
              </a:rPr>
              <a:t>References</a:t>
            </a:r>
            <a:endParaRPr dirty="0"/>
          </a:p>
        </p:txBody>
      </p:sp>
      <p:sp>
        <p:nvSpPr>
          <p:cNvPr id="112" name="CustomShape 2"/>
          <p:cNvSpPr/>
          <p:nvPr/>
        </p:nvSpPr>
        <p:spPr>
          <a:xfrm>
            <a:off x="403560" y="986760"/>
            <a:ext cx="8519760" cy="3758040"/>
          </a:xfrm>
          <a:prstGeom prst="rect">
            <a:avLst/>
          </a:prstGeom>
          <a:noFill/>
          <a:ln>
            <a:noFill/>
          </a:ln>
        </p:spPr>
        <p:txBody>
          <a:bodyPr lIns="90000" tIns="91440" rIns="90000" bIns="91440"/>
          <a:lstStyle/>
          <a:p>
            <a:pPr algn="just"/>
            <a:r>
              <a:rPr lang="en-US" dirty="0">
                <a:solidFill>
                  <a:srgbClr val="000000"/>
                </a:solidFill>
                <a:latin typeface="Times New Roman" panose="02020603050405020304" pitchFamily="18" charset="0"/>
                <a:ea typeface="Times New Roman" panose="02020603050405020304"/>
                <a:cs typeface="Times New Roman" panose="02020603050405020304" pitchFamily="18" charset="0"/>
              </a:rPr>
              <a:t>[1] </a:t>
            </a:r>
            <a:r>
              <a:rPr lang="en-US" dirty="0">
                <a:latin typeface="Times New Roman" panose="02020603050405020304" pitchFamily="18" charset="0"/>
                <a:cs typeface="Times New Roman" panose="02020603050405020304" pitchFamily="18" charset="0"/>
              </a:rPr>
              <a:t>Study of machine learning algorithms for special disease prediction using principal of component analysis December 2019.</a:t>
            </a:r>
          </a:p>
          <a:p>
            <a:pPr algn="just"/>
            <a:r>
              <a:rPr lang="en-US" sz="1400" dirty="0">
                <a:latin typeface="Times New Roman" panose="02020603050405020304" pitchFamily="18" charset="0"/>
                <a:cs typeface="Times New Roman" panose="02020603050405020304" pitchFamily="18" charset="0"/>
              </a:rPr>
              <a:t>Conference: 2016 International Conference on Global Trends in Signal Processing, Information Computing and Communication (ICGTSPICC)</a:t>
            </a:r>
            <a:endParaRPr sz="1400" dirty="0">
              <a:latin typeface="Times New Roman" panose="02020603050405020304" pitchFamily="18" charset="0"/>
              <a:cs typeface="Times New Roman" panose="02020603050405020304" pitchFamily="18" charset="0"/>
            </a:endParaRPr>
          </a:p>
          <a:p>
            <a:pPr algn="just">
              <a:lnSpc>
                <a:spcPct val="115000"/>
              </a:lnSpc>
            </a:pPr>
            <a:r>
              <a:rPr lang="en-US" dirty="0">
                <a:solidFill>
                  <a:srgbClr val="000000"/>
                </a:solidFill>
                <a:latin typeface="Times New Roman" panose="02020603050405020304" pitchFamily="18" charset="0"/>
                <a:ea typeface="Times New Roman" panose="02020603050405020304"/>
                <a:cs typeface="Times New Roman" panose="02020603050405020304" pitchFamily="18" charset="0"/>
              </a:rPr>
              <a:t>[2] </a:t>
            </a:r>
            <a:r>
              <a:rPr lang="en-US" dirty="0">
                <a:latin typeface="Times New Roman" panose="02020603050405020304" pitchFamily="18" charset="0"/>
                <a:cs typeface="Times New Roman" panose="02020603050405020304" pitchFamily="18" charset="0"/>
              </a:rPr>
              <a:t>Mr. </a:t>
            </a:r>
            <a:r>
              <a:rPr lang="en-US" dirty="0" err="1">
                <a:latin typeface="Times New Roman" panose="02020603050405020304" pitchFamily="18" charset="0"/>
                <a:cs typeface="Times New Roman" panose="02020603050405020304" pitchFamily="18" charset="0"/>
              </a:rPr>
              <a:t>Chala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Beyene</a:t>
            </a:r>
            <a:r>
              <a:rPr lang="en-US" dirty="0">
                <a:latin typeface="Times New Roman" panose="02020603050405020304" pitchFamily="18" charset="0"/>
                <a:cs typeface="Times New Roman" panose="02020603050405020304" pitchFamily="18" charset="0"/>
              </a:rPr>
              <a:t>, Prof. </a:t>
            </a:r>
            <a:r>
              <a:rPr lang="en-US" dirty="0" err="1">
                <a:latin typeface="Times New Roman" panose="02020603050405020304" pitchFamily="18" charset="0"/>
                <a:cs typeface="Times New Roman" panose="02020603050405020304" pitchFamily="18" charset="0"/>
              </a:rPr>
              <a:t>Pooja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Kamat</a:t>
            </a:r>
            <a:r>
              <a:rPr lang="en-US" dirty="0">
                <a:latin typeface="Times New Roman" panose="02020603050405020304" pitchFamily="18" charset="0"/>
                <a:cs typeface="Times New Roman" panose="02020603050405020304" pitchFamily="18" charset="0"/>
              </a:rPr>
              <a:t>, “Survey on Prediction and Analysis the Occurrence of Heart Disease Using Data Mining Techniques”, International Journal of Pure and Applied Mathematics, 2018.</a:t>
            </a:r>
          </a:p>
          <a:p>
            <a:pPr algn="just">
              <a:lnSpc>
                <a:spcPct val="115000"/>
              </a:lnSpc>
            </a:pPr>
            <a:r>
              <a:rPr lang="en-US" dirty="0">
                <a:latin typeface="Times New Roman" panose="02020603050405020304" pitchFamily="18" charset="0"/>
                <a:cs typeface="Times New Roman" panose="02020603050405020304" pitchFamily="18" charset="0"/>
              </a:rPr>
              <a:t>[3] “Dmitry </a:t>
            </a:r>
            <a:r>
              <a:rPr lang="en-US" dirty="0" err="1">
                <a:latin typeface="Times New Roman" panose="02020603050405020304" pitchFamily="18" charset="0"/>
                <a:cs typeface="Times New Roman" panose="02020603050405020304" pitchFamily="18" charset="0"/>
              </a:rPr>
              <a:t>Ignatov</a:t>
            </a:r>
            <a:r>
              <a:rPr lang="en-US" dirty="0">
                <a:latin typeface="Times New Roman" panose="02020603050405020304" pitchFamily="18" charset="0"/>
                <a:cs typeface="Times New Roman" panose="02020603050405020304" pitchFamily="18" charset="0"/>
              </a:rPr>
              <a:t> and </a:t>
            </a:r>
            <a:r>
              <a:rPr lang="en-US" dirty="0" err="1">
                <a:latin typeface="Times New Roman" panose="02020603050405020304" pitchFamily="18" charset="0"/>
                <a:cs typeface="Times New Roman" panose="02020603050405020304" pitchFamily="18" charset="0"/>
              </a:rPr>
              <a:t>Andrey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Ignatov</a:t>
            </a:r>
            <a:r>
              <a:rPr lang="en-US" dirty="0">
                <a:latin typeface="Times New Roman" panose="02020603050405020304" pitchFamily="18" charset="0"/>
                <a:cs typeface="Times New Roman" panose="02020603050405020304" pitchFamily="18" charset="0"/>
              </a:rPr>
              <a:t>. Decision Stream: Cultivating Deep Decision Trees”, 3 Sep 2017 IEEE”.</a:t>
            </a:r>
            <a:endParaRPr sz="1400" dirty="0">
              <a:latin typeface="Times New Roman" panose="02020603050405020304" pitchFamily="18" charset="0"/>
              <a:cs typeface="Times New Roman" panose="02020603050405020304" pitchFamily="18" charset="0"/>
            </a:endParaRPr>
          </a:p>
          <a:p>
            <a:pPr algn="just">
              <a:lnSpc>
                <a:spcPct val="115000"/>
              </a:lnSpc>
            </a:pPr>
            <a:r>
              <a:rPr lang="en-US" dirty="0">
                <a:solidFill>
                  <a:srgbClr val="000000"/>
                </a:solidFill>
                <a:latin typeface="Times New Roman" panose="02020603050405020304" pitchFamily="18" charset="0"/>
                <a:ea typeface="Times New Roman" panose="02020603050405020304"/>
                <a:cs typeface="Times New Roman" panose="02020603050405020304" pitchFamily="18" charset="0"/>
              </a:rPr>
              <a:t>[4]</a:t>
            </a:r>
            <a:r>
              <a:rPr lang="en-US" dirty="0">
                <a:latin typeface="Times New Roman" panose="02020603050405020304" pitchFamily="18" charset="0"/>
                <a:cs typeface="Times New Roman" panose="02020603050405020304" pitchFamily="18" charset="0"/>
              </a:rPr>
              <a:t> S. Patel and H. Patel, “Survey of data mining techniques used in healthcare domain,” Int. J. of Inform. Sci. and Tech., Vol. 6, pp. 53-60,March 2016</a:t>
            </a:r>
          </a:p>
          <a:p>
            <a:pPr algn="just">
              <a:lnSpc>
                <a:spcPct val="115000"/>
              </a:lnSpc>
            </a:pPr>
            <a:endParaRPr lang="en-US" dirty="0">
              <a:latin typeface="Times New Roman" panose="02020603050405020304" pitchFamily="18" charset="0"/>
              <a:cs typeface="Times New Roman" panose="02020603050405020304" pitchFamily="18" charset="0"/>
            </a:endParaRPr>
          </a:p>
          <a:p>
            <a:pPr algn="just">
              <a:lnSpc>
                <a:spcPct val="115000"/>
              </a:lnSpc>
            </a:pPr>
            <a:endParaRPr lang="en-US" dirty="0">
              <a:latin typeface="Times New Roman" panose="02020603050405020304" pitchFamily="18" charset="0"/>
              <a:cs typeface="Times New Roman" panose="02020603050405020304" pitchFamily="18" charset="0"/>
            </a:endParaRPr>
          </a:p>
          <a:p>
            <a:pPr algn="just">
              <a:lnSpc>
                <a:spcPct val="115000"/>
              </a:lnSpc>
            </a:pPr>
            <a:endParaRPr lang="en-US" dirty="0">
              <a:latin typeface="Times New Roman" panose="02020603050405020304" pitchFamily="18" charset="0"/>
              <a:cs typeface="Times New Roman" panose="02020603050405020304" pitchFamily="18" charset="0"/>
            </a:endParaRPr>
          </a:p>
          <a:p>
            <a:pPr algn="just">
              <a:lnSpc>
                <a:spcPct val="115000"/>
              </a:lnSpc>
            </a:pPr>
            <a:endParaRPr lang="en-US" dirty="0">
              <a:latin typeface="Times New Roman" panose="02020603050405020304" pitchFamily="18" charset="0"/>
              <a:cs typeface="Times New Roman" panose="02020603050405020304" pitchFamily="18" charset="0"/>
            </a:endParaRPr>
          </a:p>
          <a:p>
            <a:pPr algn="just">
              <a:lnSpc>
                <a:spcPct val="115000"/>
              </a:lnSpc>
            </a:pPr>
            <a:endParaRPr lang="en-US" dirty="0">
              <a:latin typeface="Times New Roman" panose="02020603050405020304" pitchFamily="18" charset="0"/>
              <a:cs typeface="Times New Roman" panose="02020603050405020304" pitchFamily="18" charset="0"/>
            </a:endParaRPr>
          </a:p>
          <a:p>
            <a:pPr algn="just">
              <a:lnSpc>
                <a:spcPct val="115000"/>
              </a:lnSpc>
            </a:pPr>
            <a:endParaRPr lang="en-US" dirty="0">
              <a:latin typeface="Times New Roman" panose="02020603050405020304" pitchFamily="18" charset="0"/>
              <a:cs typeface="Times New Roman" panose="02020603050405020304" pitchFamily="18" charset="0"/>
            </a:endParaRPr>
          </a:p>
          <a:p>
            <a:pPr algn="just">
              <a:lnSpc>
                <a:spcPct val="115000"/>
              </a:lnSpc>
            </a:pPr>
            <a:endParaRPr lang="en-US" dirty="0">
              <a:latin typeface="Times New Roman" panose="02020603050405020304" pitchFamily="18" charset="0"/>
              <a:cs typeface="Times New Roman" panose="02020603050405020304" pitchFamily="18" charset="0"/>
            </a:endParaRPr>
          </a:p>
          <a:p>
            <a:pPr algn="just">
              <a:lnSpc>
                <a:spcPct val="115000"/>
              </a:lnSpc>
            </a:pPr>
            <a:endParaRPr lang="en-US" dirty="0">
              <a:latin typeface="Times New Roman" panose="02020603050405020304" pitchFamily="18" charset="0"/>
              <a:cs typeface="Times New Roman" panose="02020603050405020304" pitchFamily="18" charset="0"/>
            </a:endParaRPr>
          </a:p>
          <a:p>
            <a:pPr algn="just">
              <a:lnSpc>
                <a:spcPct val="115000"/>
              </a:lnSpc>
            </a:pP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p:nvPr>
        </p:nvSpPr>
        <p:spPr/>
        <p:txBody>
          <a:bodyPr/>
          <a:lstStyle/>
          <a:p>
            <a:pPr marL="0" indent="0">
              <a:buNone/>
            </a:pPr>
            <a:r>
              <a:rPr lang="en-US" sz="4400" b="1" dirty="0"/>
              <a:t>		</a:t>
            </a:r>
            <a:r>
              <a:rPr lang="en-US" sz="4800" b="1"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3257942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115</TotalTime>
  <Words>1417</Words>
  <Application>Microsoft Office PowerPoint</Application>
  <PresentationFormat>On-screen Show (16:9)</PresentationFormat>
  <Paragraphs>115</Paragraphs>
  <Slides>20</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20</vt:i4>
      </vt:variant>
    </vt:vector>
  </HeadingPairs>
  <TitlesOfParts>
    <vt:vector size="27" baseType="lpstr">
      <vt:lpstr>Arial</vt:lpstr>
      <vt:lpstr>PT Sans Narrow</vt:lpstr>
      <vt:lpstr>StarSymbol</vt:lpstr>
      <vt:lpstr>Times New Roman</vt:lpstr>
      <vt:lpstr>Wingdings</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METHODOLOGY</vt:lpstr>
      <vt:lpstr>PowerPoint Presentation</vt:lpstr>
      <vt:lpstr> Technology to be used : </vt:lpstr>
      <vt:lpstr>PowerPoint Presentation</vt:lpstr>
      <vt:lpstr>ARCHITECTURE DIAGRAM</vt:lpstr>
      <vt:lpstr>ACTIVITY DIAGRAM</vt:lpstr>
      <vt:lpstr>USE CASE DIAGRAM</vt:lpstr>
      <vt:lpstr>CLASS DIAGRAM</vt:lpstr>
      <vt:lpstr>PROJECT CONTENT</vt:lpstr>
      <vt:lpstr>User Module</vt:lpstr>
      <vt:lpstr>Doctor Module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asmita nalawade</dc:creator>
  <cp:lastModifiedBy>abhi agre</cp:lastModifiedBy>
  <cp:revision>34</cp:revision>
  <dcterms:created xsi:type="dcterms:W3CDTF">2020-11-30T11:48:00Z</dcterms:created>
  <dcterms:modified xsi:type="dcterms:W3CDTF">2020-11-30T18:04:19Z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1033-11.2.0.9747</vt:lpwstr>
  </property>
</Properties>
</file>