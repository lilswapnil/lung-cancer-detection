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74" r:id="rId14"/>
    <p:sldId id="266" r:id="rId15"/>
    <p:sldId id="267" r:id="rId16"/>
    <p:sldId id="268" r:id="rId17"/>
    <p:sldId id="269" r:id="rId18"/>
    <p:sldId id="270" r:id="rId19"/>
    <p:sldId id="271" r:id="rId20"/>
    <p:sldId id="272" r:id="rId21"/>
    <p:sldId id="273" r:id="rId22"/>
  </p:sldIdLst>
  <p:sldSz cx="9144000" cy="5143500" type="screen16x9"/>
  <p:notesSz cx="6858000" cy="9144000"/>
  <p:embeddedFontLst>
    <p:embeddedFont>
      <p:font typeface="PT Sans Narrow" panose="020B0506020203020204"/>
      <p:regular r:id="rId26"/>
    </p:embeddedFont>
    <p:embeddedFont>
      <p:font typeface="Open Sans" panose="020B0606030504020204"/>
      <p:regular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1A6DE5E-7425-49D6-9487-9FDF88A80BB2}" styleName="Table_0">
    <a:wholeTbl>
      <a:tcTxStyle>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 styleId="{B9410C1A-EEB2-43C7-A3E9-D6234EE50064}" styleName="Table_1">
    <a:wholeTbl>
      <a:tcTxStyle>
        <a:srgbClr val="000000"/>
      </a:tcTxStyle>
      <a:tcStyle>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3" d="100"/>
          <a:sy n="93" d="100"/>
        </p:scale>
        <p:origin x="726" y="7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7" Type="http://schemas.openxmlformats.org/officeDocument/2006/relationships/font" Target="fonts/font2.fntdata"/><Relationship Id="rId26" Type="http://schemas.openxmlformats.org/officeDocument/2006/relationships/font" Target="fonts/font1.fntdata"/><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914400" marR="0" lvl="1"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1371600" marR="0" lvl="2"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828800" marR="0" lvl="3"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2286000" marR="0" lvl="4"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743200" marR="0" lvl="5"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3200400" marR="0" lvl="6"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657600" marR="0" lvl="7"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4114800" marR="0" lvl="8"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2"/>
        <p:cNvGrpSpPr/>
        <p:nvPr/>
      </p:nvGrpSpPr>
      <p:grpSpPr>
        <a:xfrm>
          <a:off x="0" y="0"/>
          <a:ext cx="0" cy="0"/>
          <a:chOff x="0" y="0"/>
          <a:chExt cx="0" cy="0"/>
        </a:xfrm>
      </p:grpSpPr>
      <p:sp>
        <p:nvSpPr>
          <p:cNvPr id="63" name="Google Shape;6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 name="Google Shape;6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9"/>
        <p:cNvGrpSpPr/>
        <p:nvPr/>
      </p:nvGrpSpPr>
      <p:grpSpPr>
        <a:xfrm>
          <a:off x="0" y="0"/>
          <a:ext cx="0" cy="0"/>
          <a:chOff x="0" y="0"/>
          <a:chExt cx="0" cy="0"/>
        </a:xfrm>
      </p:grpSpPr>
      <p:sp>
        <p:nvSpPr>
          <p:cNvPr id="70" name="Google Shape;7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5"/>
        <p:cNvGrpSpPr/>
        <p:nvPr/>
      </p:nvGrpSpPr>
      <p:grpSpPr>
        <a:xfrm>
          <a:off x="0" y="0"/>
          <a:ext cx="0" cy="0"/>
          <a:chOff x="0" y="0"/>
          <a:chExt cx="0" cy="0"/>
        </a:xfrm>
      </p:grpSpPr>
      <p:sp>
        <p:nvSpPr>
          <p:cNvPr id="76" name="Google Shape;7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7" name="Google Shape;7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1"/>
        <p:cNvGrpSpPr/>
        <p:nvPr/>
      </p:nvGrpSpPr>
      <p:grpSpPr>
        <a:xfrm>
          <a:off x="0" y="0"/>
          <a:ext cx="0" cy="0"/>
          <a:chOff x="0" y="0"/>
          <a:chExt cx="0" cy="0"/>
        </a:xfrm>
      </p:grpSpPr>
      <p:sp>
        <p:nvSpPr>
          <p:cNvPr id="82" name="Google Shape;8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3" name="Google Shape;83;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7"/>
        <p:cNvGrpSpPr/>
        <p:nvPr/>
      </p:nvGrpSpPr>
      <p:grpSpPr>
        <a:xfrm>
          <a:off x="0" y="0"/>
          <a:ext cx="0" cy="0"/>
          <a:chOff x="0" y="0"/>
          <a:chExt cx="0" cy="0"/>
        </a:xfrm>
      </p:grpSpPr>
      <p:sp>
        <p:nvSpPr>
          <p:cNvPr id="88" name="Google Shape;88;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9" name="Google Shape;89;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3"/>
        <p:cNvGrpSpPr/>
        <p:nvPr/>
      </p:nvGrpSpPr>
      <p:grpSpPr>
        <a:xfrm>
          <a:off x="0" y="0"/>
          <a:ext cx="0" cy="0"/>
          <a:chOff x="0" y="0"/>
          <a:chExt cx="0" cy="0"/>
        </a:xfrm>
      </p:grpSpPr>
      <p:sp>
        <p:nvSpPr>
          <p:cNvPr id="94" name="Google Shape;94;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5" name="Google Shape;95;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9"/>
        <p:cNvGrpSpPr/>
        <p:nvPr/>
      </p:nvGrpSpPr>
      <p:grpSpPr>
        <a:xfrm>
          <a:off x="0" y="0"/>
          <a:ext cx="0" cy="0"/>
          <a:chOff x="0" y="0"/>
          <a:chExt cx="0" cy="0"/>
        </a:xfrm>
      </p:grpSpPr>
      <p:sp>
        <p:nvSpPr>
          <p:cNvPr id="100" name="Google Shape;100;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1" name="Google Shape;101;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5"/>
        <p:cNvGrpSpPr/>
        <p:nvPr/>
      </p:nvGrpSpPr>
      <p:grpSpPr>
        <a:xfrm>
          <a:off x="0" y="0"/>
          <a:ext cx="0" cy="0"/>
          <a:chOff x="0" y="0"/>
          <a:chExt cx="0" cy="0"/>
        </a:xfrm>
      </p:grpSpPr>
      <p:sp>
        <p:nvSpPr>
          <p:cNvPr id="106" name="Google Shape;10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7" name="Google Shape;107;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1"/>
        <p:cNvGrpSpPr/>
        <p:nvPr/>
      </p:nvGrpSpPr>
      <p:grpSpPr>
        <a:xfrm>
          <a:off x="0" y="0"/>
          <a:ext cx="0" cy="0"/>
          <a:chOff x="0" y="0"/>
          <a:chExt cx="0" cy="0"/>
        </a:xfrm>
      </p:grpSpPr>
      <p:sp>
        <p:nvSpPr>
          <p:cNvPr id="112" name="Google Shape;112;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3" name="Google Shape;113;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7"/>
        <p:cNvGrpSpPr/>
        <p:nvPr/>
      </p:nvGrpSpPr>
      <p:grpSpPr>
        <a:xfrm>
          <a:off x="0" y="0"/>
          <a:ext cx="0" cy="0"/>
          <a:chOff x="0" y="0"/>
          <a:chExt cx="0" cy="0"/>
        </a:xfrm>
      </p:grpSpPr>
      <p:sp>
        <p:nvSpPr>
          <p:cNvPr id="118" name="Google Shape;118;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9" name="Google Shape;119;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3"/>
        <p:cNvGrpSpPr/>
        <p:nvPr/>
      </p:nvGrpSpPr>
      <p:grpSpPr>
        <a:xfrm>
          <a:off x="0" y="0"/>
          <a:ext cx="0" cy="0"/>
          <a:chOff x="0" y="0"/>
          <a:chExt cx="0" cy="0"/>
        </a:xfrm>
      </p:grpSpPr>
      <p:sp>
        <p:nvSpPr>
          <p:cNvPr id="124" name="Google Shape;124;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5" name="Google Shape;125;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1"/>
        <p:cNvGrpSpPr/>
        <p:nvPr/>
      </p:nvGrpSpPr>
      <p:grpSpPr>
        <a:xfrm>
          <a:off x="0" y="0"/>
          <a:ext cx="0" cy="0"/>
          <a:chOff x="0" y="0"/>
          <a:chExt cx="0" cy="0"/>
        </a:xfrm>
      </p:grpSpPr>
      <p:sp>
        <p:nvSpPr>
          <p:cNvPr id="142" name="Google Shape;142;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3" name="Google Shape;143;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9"/>
        <p:cNvGrpSpPr/>
        <p:nvPr/>
      </p:nvGrpSpPr>
      <p:grpSpPr>
        <a:xfrm>
          <a:off x="0" y="0"/>
          <a:ext cx="0" cy="0"/>
          <a:chOff x="0" y="0"/>
          <a:chExt cx="0" cy="0"/>
        </a:xfrm>
      </p:grpSpPr>
      <p:sp>
        <p:nvSpPr>
          <p:cNvPr id="180" name="Google Shape;180;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1" name="Google Shape;181;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85"/>
        <p:cNvGrpSpPr/>
        <p:nvPr/>
      </p:nvGrpSpPr>
      <p:grpSpPr>
        <a:xfrm>
          <a:off x="0" y="0"/>
          <a:ext cx="0" cy="0"/>
          <a:chOff x="0" y="0"/>
          <a:chExt cx="0" cy="0"/>
        </a:xfrm>
      </p:grpSpPr>
      <p:sp>
        <p:nvSpPr>
          <p:cNvPr id="186" name="Google Shape;186;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7" name="Google Shape;187;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1"/>
        <p:cNvGrpSpPr/>
        <p:nvPr/>
      </p:nvGrpSpPr>
      <p:grpSpPr>
        <a:xfrm>
          <a:off x="0" y="0"/>
          <a:ext cx="0" cy="0"/>
          <a:chOff x="0" y="0"/>
          <a:chExt cx="0" cy="0"/>
        </a:xfrm>
      </p:grpSpPr>
      <p:sp>
        <p:nvSpPr>
          <p:cNvPr id="192" name="Google Shape;192;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7"/>
        <p:cNvGrpSpPr/>
        <p:nvPr/>
      </p:nvGrpSpPr>
      <p:grpSpPr>
        <a:xfrm>
          <a:off x="0" y="0"/>
          <a:ext cx="0" cy="0"/>
          <a:chOff x="0" y="0"/>
          <a:chExt cx="0" cy="0"/>
        </a:xfrm>
      </p:grpSpPr>
      <p:sp>
        <p:nvSpPr>
          <p:cNvPr id="198" name="Google Shape;198;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9" name="Google Shape;199;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03"/>
        <p:cNvGrpSpPr/>
        <p:nvPr/>
      </p:nvGrpSpPr>
      <p:grpSpPr>
        <a:xfrm>
          <a:off x="0" y="0"/>
          <a:ext cx="0" cy="0"/>
          <a:chOff x="0" y="0"/>
          <a:chExt cx="0" cy="0"/>
        </a:xfrm>
      </p:grpSpPr>
      <p:sp>
        <p:nvSpPr>
          <p:cNvPr id="204" name="Google Shape;204;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5" name="Google Shape;205;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09"/>
        <p:cNvGrpSpPr/>
        <p:nvPr/>
      </p:nvGrpSpPr>
      <p:grpSpPr>
        <a:xfrm>
          <a:off x="0" y="0"/>
          <a:ext cx="0" cy="0"/>
          <a:chOff x="0" y="0"/>
          <a:chExt cx="0" cy="0"/>
        </a:xfrm>
      </p:grpSpPr>
      <p:sp>
        <p:nvSpPr>
          <p:cNvPr id="210" name="Google Shape;210;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1" name="Google Shape;211;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 name="Shape 9"/>
        <p:cNvGrpSpPr/>
        <p:nvPr/>
      </p:nvGrpSpPr>
      <p:grpSpPr>
        <a:xfrm>
          <a:off x="0" y="0"/>
          <a:ext cx="0" cy="0"/>
          <a:chOff x="0" y="0"/>
          <a:chExt cx="0" cy="0"/>
        </a:xfrm>
      </p:grpSpPr>
      <p:sp>
        <p:nvSpPr>
          <p:cNvPr id="10" name="Google Shape;10;p20"/>
          <p:cNvSpPr/>
          <p:nvPr/>
        </p:nvSpPr>
        <p:spPr>
          <a:xfrm>
            <a:off x="-75" y="5045700"/>
            <a:ext cx="9144000" cy="978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 name="Google Shape;11;p20"/>
          <p:cNvSpPr txBox="1">
            <a:spLocks noGrp="1"/>
          </p:cNvSpPr>
          <p:nvPr>
            <p:ph type="title"/>
          </p:nvPr>
        </p:nvSpPr>
        <p:spPr>
          <a:xfrm>
            <a:off x="311700" y="445025"/>
            <a:ext cx="8520600" cy="7074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p:txBody>
      </p:sp>
      <p:sp>
        <p:nvSpPr>
          <p:cNvPr id="12" name="Google Shape;12;p20"/>
          <p:cNvSpPr txBox="1">
            <a:spLocks noGrp="1"/>
          </p:cNvSpPr>
          <p:nvPr>
            <p:ph type="body" idx="1"/>
          </p:nvPr>
        </p:nvSpPr>
        <p:spPr>
          <a:xfrm>
            <a:off x="311700" y="1266325"/>
            <a:ext cx="8520600" cy="33027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p:txBody>
      </p:sp>
      <p:sp>
        <p:nvSpPr>
          <p:cNvPr id="13" name="Google Shape;13;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14"/>
        <p:cNvGrpSpPr/>
        <p:nvPr/>
      </p:nvGrpSpPr>
      <p:grpSpPr>
        <a:xfrm>
          <a:off x="0" y="0"/>
          <a:ext cx="0" cy="0"/>
          <a:chOff x="0" y="0"/>
          <a:chExt cx="0" cy="0"/>
        </a:xfrm>
      </p:grpSpPr>
      <p:sp>
        <p:nvSpPr>
          <p:cNvPr id="15" name="Google Shape;15;p21"/>
          <p:cNvSpPr txBox="1">
            <a:spLocks noGrp="1"/>
          </p:cNvSpPr>
          <p:nvPr>
            <p:ph type="title"/>
          </p:nvPr>
        </p:nvSpPr>
        <p:spPr>
          <a:xfrm>
            <a:off x="311700" y="445025"/>
            <a:ext cx="8520600" cy="7074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p:txBody>
      </p:sp>
      <p:sp>
        <p:nvSpPr>
          <p:cNvPr id="16" name="Google Shape;16;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17"/>
        <p:cNvGrpSpPr/>
        <p:nvPr/>
      </p:nvGrpSpPr>
      <p:grpSpPr>
        <a:xfrm>
          <a:off x="0" y="0"/>
          <a:ext cx="0" cy="0"/>
          <a:chOff x="0" y="0"/>
          <a:chExt cx="0" cy="0"/>
        </a:xfrm>
      </p:grpSpPr>
      <p:cxnSp>
        <p:nvCxnSpPr>
          <p:cNvPr id="18" name="Google Shape;18;p22"/>
          <p:cNvCxnSpPr/>
          <p:nvPr/>
        </p:nvCxnSpPr>
        <p:spPr>
          <a:xfrm>
            <a:off x="7007735" y="3176888"/>
            <a:ext cx="562200" cy="0"/>
          </a:xfrm>
          <a:prstGeom prst="straightConnector1">
            <a:avLst/>
          </a:prstGeom>
          <a:noFill/>
          <a:ln w="76200" cap="flat" cmpd="sng">
            <a:solidFill>
              <a:schemeClr val="lt2"/>
            </a:solidFill>
            <a:prstDash val="solid"/>
            <a:round/>
            <a:headEnd type="none" w="sm" len="sm"/>
            <a:tailEnd type="none" w="sm" len="sm"/>
          </a:ln>
        </p:spPr>
      </p:cxnSp>
      <p:cxnSp>
        <p:nvCxnSpPr>
          <p:cNvPr id="19" name="Google Shape;19;p22"/>
          <p:cNvCxnSpPr/>
          <p:nvPr/>
        </p:nvCxnSpPr>
        <p:spPr>
          <a:xfrm>
            <a:off x="1575035" y="3158252"/>
            <a:ext cx="562200" cy="0"/>
          </a:xfrm>
          <a:prstGeom prst="straightConnector1">
            <a:avLst/>
          </a:prstGeom>
          <a:noFill/>
          <a:ln w="76200" cap="flat" cmpd="sng">
            <a:solidFill>
              <a:schemeClr val="lt2"/>
            </a:solidFill>
            <a:prstDash val="solid"/>
            <a:round/>
            <a:headEnd type="none" w="sm" len="sm"/>
            <a:tailEnd type="none" w="sm" len="sm"/>
          </a:ln>
        </p:spPr>
      </p:cxnSp>
      <p:grpSp>
        <p:nvGrpSpPr>
          <p:cNvPr id="20" name="Google Shape;20;p22"/>
          <p:cNvGrpSpPr/>
          <p:nvPr/>
        </p:nvGrpSpPr>
        <p:grpSpPr>
          <a:xfrm>
            <a:off x="1004144" y="1022025"/>
            <a:ext cx="7136669" cy="152400"/>
            <a:chOff x="1346429" y="1011300"/>
            <a:chExt cx="6452100" cy="152400"/>
          </a:xfrm>
        </p:grpSpPr>
        <p:cxnSp>
          <p:nvCxnSpPr>
            <p:cNvPr id="21" name="Google Shape;21;p22"/>
            <p:cNvCxnSpPr/>
            <p:nvPr/>
          </p:nvCxnSpPr>
          <p:spPr>
            <a:xfrm rot="10800000">
              <a:off x="1346429" y="1011300"/>
              <a:ext cx="6452100" cy="0"/>
            </a:xfrm>
            <a:prstGeom prst="straightConnector1">
              <a:avLst/>
            </a:prstGeom>
            <a:noFill/>
            <a:ln w="76200" cap="flat" cmpd="sng">
              <a:solidFill>
                <a:schemeClr val="accent3"/>
              </a:solidFill>
              <a:prstDash val="solid"/>
              <a:round/>
              <a:headEnd type="none" w="sm" len="sm"/>
              <a:tailEnd type="none" w="sm" len="sm"/>
            </a:ln>
          </p:spPr>
        </p:cxnSp>
        <p:cxnSp>
          <p:nvCxnSpPr>
            <p:cNvPr id="22" name="Google Shape;22;p22"/>
            <p:cNvCxnSpPr/>
            <p:nvPr/>
          </p:nvCxnSpPr>
          <p:spPr>
            <a:xfrm rot="10800000">
              <a:off x="1346429" y="1163700"/>
              <a:ext cx="6452100" cy="0"/>
            </a:xfrm>
            <a:prstGeom prst="straightConnector1">
              <a:avLst/>
            </a:prstGeom>
            <a:noFill/>
            <a:ln w="9525" cap="flat" cmpd="sng">
              <a:solidFill>
                <a:schemeClr val="accent3"/>
              </a:solidFill>
              <a:prstDash val="solid"/>
              <a:round/>
              <a:headEnd type="none" w="sm" len="sm"/>
              <a:tailEnd type="none" w="sm" len="sm"/>
            </a:ln>
          </p:spPr>
        </p:cxnSp>
      </p:grpSp>
      <p:grpSp>
        <p:nvGrpSpPr>
          <p:cNvPr id="23" name="Google Shape;23;p22"/>
          <p:cNvGrpSpPr/>
          <p:nvPr/>
        </p:nvGrpSpPr>
        <p:grpSpPr>
          <a:xfrm>
            <a:off x="1004151" y="3969100"/>
            <a:ext cx="7136669" cy="152400"/>
            <a:chOff x="1346435" y="3969088"/>
            <a:chExt cx="6452100" cy="152400"/>
          </a:xfrm>
        </p:grpSpPr>
        <p:cxnSp>
          <p:nvCxnSpPr>
            <p:cNvPr id="24" name="Google Shape;24;p22"/>
            <p:cNvCxnSpPr/>
            <p:nvPr/>
          </p:nvCxnSpPr>
          <p:spPr>
            <a:xfrm>
              <a:off x="1346435" y="4121488"/>
              <a:ext cx="6452100" cy="0"/>
            </a:xfrm>
            <a:prstGeom prst="straightConnector1">
              <a:avLst/>
            </a:prstGeom>
            <a:noFill/>
            <a:ln w="76200" cap="flat" cmpd="sng">
              <a:solidFill>
                <a:schemeClr val="accent3"/>
              </a:solidFill>
              <a:prstDash val="solid"/>
              <a:round/>
              <a:headEnd type="none" w="sm" len="sm"/>
              <a:tailEnd type="none" w="sm" len="sm"/>
            </a:ln>
          </p:spPr>
        </p:cxnSp>
        <p:cxnSp>
          <p:nvCxnSpPr>
            <p:cNvPr id="25" name="Google Shape;25;p22"/>
            <p:cNvCxnSpPr/>
            <p:nvPr/>
          </p:nvCxnSpPr>
          <p:spPr>
            <a:xfrm>
              <a:off x="1346435" y="3969088"/>
              <a:ext cx="6452100" cy="0"/>
            </a:xfrm>
            <a:prstGeom prst="straightConnector1">
              <a:avLst/>
            </a:prstGeom>
            <a:noFill/>
            <a:ln w="9525" cap="flat" cmpd="sng">
              <a:solidFill>
                <a:schemeClr val="accent3"/>
              </a:solidFill>
              <a:prstDash val="solid"/>
              <a:round/>
              <a:headEnd type="none" w="sm" len="sm"/>
              <a:tailEnd type="none" w="sm" len="sm"/>
            </a:ln>
          </p:spPr>
        </p:cxnSp>
      </p:grpSp>
      <p:sp>
        <p:nvSpPr>
          <p:cNvPr id="26" name="Google Shape;26;p22"/>
          <p:cNvSpPr txBox="1">
            <a:spLocks noGrp="1"/>
          </p:cNvSpPr>
          <p:nvPr>
            <p:ph type="ctrTitle"/>
          </p:nvPr>
        </p:nvSpPr>
        <p:spPr>
          <a:xfrm>
            <a:off x="1004150" y="1751764"/>
            <a:ext cx="7136700" cy="10224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5400"/>
              <a:buNone/>
              <a:defRPr sz="5400"/>
            </a:lvl1pPr>
            <a:lvl2pPr lvl="1" algn="ctr">
              <a:lnSpc>
                <a:spcPct val="100000"/>
              </a:lnSpc>
              <a:spcBef>
                <a:spcPts val="0"/>
              </a:spcBef>
              <a:spcAft>
                <a:spcPts val="0"/>
              </a:spcAft>
              <a:buSzPts val="5400"/>
              <a:buNone/>
              <a:defRPr sz="5400"/>
            </a:lvl2pPr>
            <a:lvl3pPr lvl="2" algn="ctr">
              <a:lnSpc>
                <a:spcPct val="100000"/>
              </a:lnSpc>
              <a:spcBef>
                <a:spcPts val="0"/>
              </a:spcBef>
              <a:spcAft>
                <a:spcPts val="0"/>
              </a:spcAft>
              <a:buSzPts val="5400"/>
              <a:buNone/>
              <a:defRPr sz="5400"/>
            </a:lvl3pPr>
            <a:lvl4pPr lvl="3" algn="ctr">
              <a:lnSpc>
                <a:spcPct val="100000"/>
              </a:lnSpc>
              <a:spcBef>
                <a:spcPts val="0"/>
              </a:spcBef>
              <a:spcAft>
                <a:spcPts val="0"/>
              </a:spcAft>
              <a:buSzPts val="5400"/>
              <a:buNone/>
              <a:defRPr sz="5400"/>
            </a:lvl4pPr>
            <a:lvl5pPr lvl="4" algn="ctr">
              <a:lnSpc>
                <a:spcPct val="100000"/>
              </a:lnSpc>
              <a:spcBef>
                <a:spcPts val="0"/>
              </a:spcBef>
              <a:spcAft>
                <a:spcPts val="0"/>
              </a:spcAft>
              <a:buSzPts val="5400"/>
              <a:buNone/>
              <a:defRPr sz="5400"/>
            </a:lvl5pPr>
            <a:lvl6pPr lvl="5" algn="ctr">
              <a:lnSpc>
                <a:spcPct val="100000"/>
              </a:lnSpc>
              <a:spcBef>
                <a:spcPts val="0"/>
              </a:spcBef>
              <a:spcAft>
                <a:spcPts val="0"/>
              </a:spcAft>
              <a:buSzPts val="5400"/>
              <a:buNone/>
              <a:defRPr sz="5400"/>
            </a:lvl6pPr>
            <a:lvl7pPr lvl="6" algn="ctr">
              <a:lnSpc>
                <a:spcPct val="100000"/>
              </a:lnSpc>
              <a:spcBef>
                <a:spcPts val="0"/>
              </a:spcBef>
              <a:spcAft>
                <a:spcPts val="0"/>
              </a:spcAft>
              <a:buSzPts val="5400"/>
              <a:buNone/>
              <a:defRPr sz="5400"/>
            </a:lvl7pPr>
            <a:lvl8pPr lvl="7" algn="ctr">
              <a:lnSpc>
                <a:spcPct val="100000"/>
              </a:lnSpc>
              <a:spcBef>
                <a:spcPts val="0"/>
              </a:spcBef>
              <a:spcAft>
                <a:spcPts val="0"/>
              </a:spcAft>
              <a:buSzPts val="5400"/>
              <a:buNone/>
              <a:defRPr sz="5400"/>
            </a:lvl8pPr>
            <a:lvl9pPr lvl="8" algn="ctr">
              <a:lnSpc>
                <a:spcPct val="100000"/>
              </a:lnSpc>
              <a:spcBef>
                <a:spcPts val="0"/>
              </a:spcBef>
              <a:spcAft>
                <a:spcPts val="0"/>
              </a:spcAft>
              <a:buSzPts val="5400"/>
              <a:buNone/>
              <a:defRPr sz="5400"/>
            </a:lvl9pPr>
          </a:lstStyle>
          <a:p/>
        </p:txBody>
      </p:sp>
      <p:sp>
        <p:nvSpPr>
          <p:cNvPr id="27" name="Google Shape;27;p22"/>
          <p:cNvSpPr txBox="1">
            <a:spLocks noGrp="1"/>
          </p:cNvSpPr>
          <p:nvPr>
            <p:ph type="subTitle" idx="1"/>
          </p:nvPr>
        </p:nvSpPr>
        <p:spPr>
          <a:xfrm>
            <a:off x="2137225" y="2850039"/>
            <a:ext cx="4870500" cy="7926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8" name="Google Shape;28;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29"/>
        <p:cNvGrpSpPr/>
        <p:nvPr/>
      </p:nvGrpSpPr>
      <p:grpSpPr>
        <a:xfrm>
          <a:off x="0" y="0"/>
          <a:ext cx="0" cy="0"/>
          <a:chOff x="0" y="0"/>
          <a:chExt cx="0" cy="0"/>
        </a:xfrm>
      </p:grpSpPr>
      <p:sp>
        <p:nvSpPr>
          <p:cNvPr id="30" name="Google Shape;30;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31"/>
        <p:cNvGrpSpPr/>
        <p:nvPr/>
      </p:nvGrpSpPr>
      <p:grpSpPr>
        <a:xfrm>
          <a:off x="0" y="0"/>
          <a:ext cx="0" cy="0"/>
          <a:chOff x="0" y="0"/>
          <a:chExt cx="0" cy="0"/>
        </a:xfrm>
      </p:grpSpPr>
      <p:sp>
        <p:nvSpPr>
          <p:cNvPr id="32" name="Google Shape;32;p24"/>
          <p:cNvSpPr/>
          <p:nvPr/>
        </p:nvSpPr>
        <p:spPr>
          <a:xfrm>
            <a:off x="-50" y="2571900"/>
            <a:ext cx="9144000" cy="25716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3" name="Google Shape;33;p24"/>
          <p:cNvSpPr txBox="1">
            <a:spLocks noGrp="1"/>
          </p:cNvSpPr>
          <p:nvPr>
            <p:ph type="title"/>
          </p:nvPr>
        </p:nvSpPr>
        <p:spPr>
          <a:xfrm>
            <a:off x="311700" y="814800"/>
            <a:ext cx="8571300" cy="9420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600"/>
              <a:buNone/>
              <a:defRPr/>
            </a:lvl1pPr>
            <a:lvl2pPr lvl="1" algn="ctr">
              <a:lnSpc>
                <a:spcPct val="100000"/>
              </a:lnSpc>
              <a:spcBef>
                <a:spcPts val="0"/>
              </a:spcBef>
              <a:spcAft>
                <a:spcPts val="0"/>
              </a:spcAft>
              <a:buSzPts val="3600"/>
              <a:buNone/>
              <a:defRPr/>
            </a:lvl2pPr>
            <a:lvl3pPr lvl="2" algn="ctr">
              <a:lnSpc>
                <a:spcPct val="100000"/>
              </a:lnSpc>
              <a:spcBef>
                <a:spcPts val="0"/>
              </a:spcBef>
              <a:spcAft>
                <a:spcPts val="0"/>
              </a:spcAft>
              <a:buSzPts val="3600"/>
              <a:buNone/>
              <a:defRPr/>
            </a:lvl3pPr>
            <a:lvl4pPr lvl="3" algn="ctr">
              <a:lnSpc>
                <a:spcPct val="100000"/>
              </a:lnSpc>
              <a:spcBef>
                <a:spcPts val="0"/>
              </a:spcBef>
              <a:spcAft>
                <a:spcPts val="0"/>
              </a:spcAft>
              <a:buSzPts val="3600"/>
              <a:buNone/>
              <a:defRPr/>
            </a:lvl4pPr>
            <a:lvl5pPr lvl="4" algn="ctr">
              <a:lnSpc>
                <a:spcPct val="100000"/>
              </a:lnSpc>
              <a:spcBef>
                <a:spcPts val="0"/>
              </a:spcBef>
              <a:spcAft>
                <a:spcPts val="0"/>
              </a:spcAft>
              <a:buSzPts val="3600"/>
              <a:buNone/>
              <a:defRPr/>
            </a:lvl5pPr>
            <a:lvl6pPr lvl="5" algn="ctr">
              <a:lnSpc>
                <a:spcPct val="100000"/>
              </a:lnSpc>
              <a:spcBef>
                <a:spcPts val="0"/>
              </a:spcBef>
              <a:spcAft>
                <a:spcPts val="0"/>
              </a:spcAft>
              <a:buSzPts val="3600"/>
              <a:buNone/>
              <a:defRPr/>
            </a:lvl6pPr>
            <a:lvl7pPr lvl="6" algn="ctr">
              <a:lnSpc>
                <a:spcPct val="100000"/>
              </a:lnSpc>
              <a:spcBef>
                <a:spcPts val="0"/>
              </a:spcBef>
              <a:spcAft>
                <a:spcPts val="0"/>
              </a:spcAft>
              <a:buSzPts val="3600"/>
              <a:buNone/>
              <a:defRPr/>
            </a:lvl7pPr>
            <a:lvl8pPr lvl="7" algn="ctr">
              <a:lnSpc>
                <a:spcPct val="100000"/>
              </a:lnSpc>
              <a:spcBef>
                <a:spcPts val="0"/>
              </a:spcBef>
              <a:spcAft>
                <a:spcPts val="0"/>
              </a:spcAft>
              <a:buSzPts val="3600"/>
              <a:buNone/>
              <a:defRPr/>
            </a:lvl8pPr>
            <a:lvl9pPr lvl="8" algn="ctr">
              <a:lnSpc>
                <a:spcPct val="100000"/>
              </a:lnSpc>
              <a:spcBef>
                <a:spcPts val="0"/>
              </a:spcBef>
              <a:spcAft>
                <a:spcPts val="0"/>
              </a:spcAft>
              <a:buSzPts val="3600"/>
              <a:buNone/>
              <a:defRPr/>
            </a:lvl9pPr>
          </a:lstStyle>
          <a:p/>
        </p:txBody>
      </p:sp>
      <p:sp>
        <p:nvSpPr>
          <p:cNvPr id="34" name="Google Shape;34;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lt1"/>
                </a:solidFill>
                <a:latin typeface="Open Sans" panose="020B0606030504020204"/>
                <a:ea typeface="Open Sans" panose="020B0606030504020204"/>
                <a:cs typeface="Open Sans" panose="020B0606030504020204"/>
                <a:sym typeface="Open Sans" panose="020B0606030504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lt1"/>
                </a:solidFill>
                <a:latin typeface="Open Sans" panose="020B0606030504020204"/>
                <a:ea typeface="Open Sans" panose="020B0606030504020204"/>
                <a:cs typeface="Open Sans" panose="020B0606030504020204"/>
                <a:sym typeface="Open Sans" panose="020B0606030504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lt1"/>
                </a:solidFill>
                <a:latin typeface="Open Sans" panose="020B0606030504020204"/>
                <a:ea typeface="Open Sans" panose="020B0606030504020204"/>
                <a:cs typeface="Open Sans" panose="020B0606030504020204"/>
                <a:sym typeface="Open Sans" panose="020B0606030504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lt1"/>
                </a:solidFill>
                <a:latin typeface="Open Sans" panose="020B0606030504020204"/>
                <a:ea typeface="Open Sans" panose="020B0606030504020204"/>
                <a:cs typeface="Open Sans" panose="020B0606030504020204"/>
                <a:sym typeface="Open Sans" panose="020B0606030504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lt1"/>
                </a:solidFill>
                <a:latin typeface="Open Sans" panose="020B0606030504020204"/>
                <a:ea typeface="Open Sans" panose="020B0606030504020204"/>
                <a:cs typeface="Open Sans" panose="020B0606030504020204"/>
                <a:sym typeface="Open Sans" panose="020B0606030504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lt1"/>
                </a:solidFill>
                <a:latin typeface="Open Sans" panose="020B0606030504020204"/>
                <a:ea typeface="Open Sans" panose="020B0606030504020204"/>
                <a:cs typeface="Open Sans" panose="020B0606030504020204"/>
                <a:sym typeface="Open Sans" panose="020B0606030504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lt1"/>
                </a:solidFill>
                <a:latin typeface="Open Sans" panose="020B0606030504020204"/>
                <a:ea typeface="Open Sans" panose="020B0606030504020204"/>
                <a:cs typeface="Open Sans" panose="020B0606030504020204"/>
                <a:sym typeface="Open Sans" panose="020B0606030504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lt1"/>
                </a:solidFill>
                <a:latin typeface="Open Sans" panose="020B0606030504020204"/>
                <a:ea typeface="Open Sans" panose="020B0606030504020204"/>
                <a:cs typeface="Open Sans" panose="020B0606030504020204"/>
                <a:sym typeface="Open Sans" panose="020B0606030504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lt1"/>
                </a:solidFill>
                <a:latin typeface="Open Sans" panose="020B0606030504020204"/>
                <a:ea typeface="Open Sans" panose="020B0606030504020204"/>
                <a:cs typeface="Open Sans" panose="020B0606030504020204"/>
                <a:sym typeface="Open Sans" panose="020B060603050402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1" name="Shape 35"/>
        <p:cNvGrpSpPr/>
        <p:nvPr/>
      </p:nvGrpSpPr>
      <p:grpSpPr>
        <a:xfrm>
          <a:off x="0" y="0"/>
          <a:ext cx="0" cy="0"/>
          <a:chOff x="0" y="0"/>
          <a:chExt cx="0" cy="0"/>
        </a:xfrm>
      </p:grpSpPr>
      <p:sp>
        <p:nvSpPr>
          <p:cNvPr id="36" name="Google Shape;36;p25"/>
          <p:cNvSpPr txBox="1">
            <a:spLocks noGrp="1"/>
          </p:cNvSpPr>
          <p:nvPr>
            <p:ph type="title"/>
          </p:nvPr>
        </p:nvSpPr>
        <p:spPr>
          <a:xfrm>
            <a:off x="311700" y="445025"/>
            <a:ext cx="8520600" cy="7074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p:txBody>
      </p:sp>
      <p:sp>
        <p:nvSpPr>
          <p:cNvPr id="37" name="Google Shape;37;p25"/>
          <p:cNvSpPr txBox="1">
            <a:spLocks noGrp="1"/>
          </p:cNvSpPr>
          <p:nvPr>
            <p:ph type="body" idx="1"/>
          </p:nvPr>
        </p:nvSpPr>
        <p:spPr>
          <a:xfrm>
            <a:off x="311700" y="1266175"/>
            <a:ext cx="3999900" cy="33027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p:txBody>
      </p:sp>
      <p:sp>
        <p:nvSpPr>
          <p:cNvPr id="38" name="Google Shape;38;p25"/>
          <p:cNvSpPr txBox="1">
            <a:spLocks noGrp="1"/>
          </p:cNvSpPr>
          <p:nvPr>
            <p:ph type="body" idx="2"/>
          </p:nvPr>
        </p:nvSpPr>
        <p:spPr>
          <a:xfrm>
            <a:off x="4832400" y="1266175"/>
            <a:ext cx="3999900" cy="33027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p:txBody>
      </p:sp>
      <p:sp>
        <p:nvSpPr>
          <p:cNvPr id="39" name="Google Shape;39;p2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0"/>
        <p:cNvGrpSpPr/>
        <p:nvPr/>
      </p:nvGrpSpPr>
      <p:grpSpPr>
        <a:xfrm>
          <a:off x="0" y="0"/>
          <a:ext cx="0" cy="0"/>
          <a:chOff x="0" y="0"/>
          <a:chExt cx="0" cy="0"/>
        </a:xfrm>
      </p:grpSpPr>
      <p:sp>
        <p:nvSpPr>
          <p:cNvPr id="41" name="Google Shape;41;p26"/>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42" name="Google Shape;42;p26"/>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p:txBody>
      </p:sp>
      <p:sp>
        <p:nvSpPr>
          <p:cNvPr id="43" name="Google Shape;43;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6"/>
        </a:solidFill>
        <a:effectLst/>
      </p:bgPr>
    </p:bg>
    <p:spTree>
      <p:nvGrpSpPr>
        <p:cNvPr id="1" name="Shape 44"/>
        <p:cNvGrpSpPr/>
        <p:nvPr/>
      </p:nvGrpSpPr>
      <p:grpSpPr>
        <a:xfrm>
          <a:off x="0" y="0"/>
          <a:ext cx="0" cy="0"/>
          <a:chOff x="0" y="0"/>
          <a:chExt cx="0" cy="0"/>
        </a:xfrm>
      </p:grpSpPr>
      <p:sp>
        <p:nvSpPr>
          <p:cNvPr id="45" name="Google Shape;45;p27"/>
          <p:cNvSpPr txBox="1">
            <a:spLocks noGrp="1"/>
          </p:cNvSpPr>
          <p:nvPr>
            <p:ph type="title"/>
          </p:nvPr>
        </p:nvSpPr>
        <p:spPr>
          <a:xfrm>
            <a:off x="490250" y="526350"/>
            <a:ext cx="56136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2"/>
              </a:buClr>
              <a:buSzPts val="5400"/>
              <a:buNone/>
              <a:defRPr sz="5400" b="0">
                <a:solidFill>
                  <a:schemeClr val="dk2"/>
                </a:solidFill>
              </a:defRPr>
            </a:lvl1pPr>
            <a:lvl2pPr lvl="1" algn="l">
              <a:lnSpc>
                <a:spcPct val="100000"/>
              </a:lnSpc>
              <a:spcBef>
                <a:spcPts val="0"/>
              </a:spcBef>
              <a:spcAft>
                <a:spcPts val="0"/>
              </a:spcAft>
              <a:buClr>
                <a:schemeClr val="dk2"/>
              </a:buClr>
              <a:buSzPts val="5400"/>
              <a:buNone/>
              <a:defRPr sz="5400" b="0">
                <a:solidFill>
                  <a:schemeClr val="dk2"/>
                </a:solidFill>
              </a:defRPr>
            </a:lvl2pPr>
            <a:lvl3pPr lvl="2" algn="l">
              <a:lnSpc>
                <a:spcPct val="100000"/>
              </a:lnSpc>
              <a:spcBef>
                <a:spcPts val="0"/>
              </a:spcBef>
              <a:spcAft>
                <a:spcPts val="0"/>
              </a:spcAft>
              <a:buClr>
                <a:schemeClr val="dk2"/>
              </a:buClr>
              <a:buSzPts val="5400"/>
              <a:buNone/>
              <a:defRPr sz="5400" b="0">
                <a:solidFill>
                  <a:schemeClr val="dk2"/>
                </a:solidFill>
              </a:defRPr>
            </a:lvl3pPr>
            <a:lvl4pPr lvl="3" algn="l">
              <a:lnSpc>
                <a:spcPct val="100000"/>
              </a:lnSpc>
              <a:spcBef>
                <a:spcPts val="0"/>
              </a:spcBef>
              <a:spcAft>
                <a:spcPts val="0"/>
              </a:spcAft>
              <a:buClr>
                <a:schemeClr val="dk2"/>
              </a:buClr>
              <a:buSzPts val="5400"/>
              <a:buNone/>
              <a:defRPr sz="5400" b="0">
                <a:solidFill>
                  <a:schemeClr val="dk2"/>
                </a:solidFill>
              </a:defRPr>
            </a:lvl4pPr>
            <a:lvl5pPr lvl="4" algn="l">
              <a:lnSpc>
                <a:spcPct val="100000"/>
              </a:lnSpc>
              <a:spcBef>
                <a:spcPts val="0"/>
              </a:spcBef>
              <a:spcAft>
                <a:spcPts val="0"/>
              </a:spcAft>
              <a:buClr>
                <a:schemeClr val="dk2"/>
              </a:buClr>
              <a:buSzPts val="5400"/>
              <a:buNone/>
              <a:defRPr sz="5400" b="0">
                <a:solidFill>
                  <a:schemeClr val="dk2"/>
                </a:solidFill>
              </a:defRPr>
            </a:lvl5pPr>
            <a:lvl6pPr lvl="5" algn="l">
              <a:lnSpc>
                <a:spcPct val="100000"/>
              </a:lnSpc>
              <a:spcBef>
                <a:spcPts val="0"/>
              </a:spcBef>
              <a:spcAft>
                <a:spcPts val="0"/>
              </a:spcAft>
              <a:buClr>
                <a:schemeClr val="dk2"/>
              </a:buClr>
              <a:buSzPts val="5400"/>
              <a:buNone/>
              <a:defRPr sz="5400" b="0">
                <a:solidFill>
                  <a:schemeClr val="dk2"/>
                </a:solidFill>
              </a:defRPr>
            </a:lvl6pPr>
            <a:lvl7pPr lvl="6" algn="l">
              <a:lnSpc>
                <a:spcPct val="100000"/>
              </a:lnSpc>
              <a:spcBef>
                <a:spcPts val="0"/>
              </a:spcBef>
              <a:spcAft>
                <a:spcPts val="0"/>
              </a:spcAft>
              <a:buClr>
                <a:schemeClr val="dk2"/>
              </a:buClr>
              <a:buSzPts val="5400"/>
              <a:buNone/>
              <a:defRPr sz="5400" b="0">
                <a:solidFill>
                  <a:schemeClr val="dk2"/>
                </a:solidFill>
              </a:defRPr>
            </a:lvl7pPr>
            <a:lvl8pPr lvl="7" algn="l">
              <a:lnSpc>
                <a:spcPct val="100000"/>
              </a:lnSpc>
              <a:spcBef>
                <a:spcPts val="0"/>
              </a:spcBef>
              <a:spcAft>
                <a:spcPts val="0"/>
              </a:spcAft>
              <a:buClr>
                <a:schemeClr val="dk2"/>
              </a:buClr>
              <a:buSzPts val="5400"/>
              <a:buNone/>
              <a:defRPr sz="5400" b="0">
                <a:solidFill>
                  <a:schemeClr val="dk2"/>
                </a:solidFill>
              </a:defRPr>
            </a:lvl8pPr>
            <a:lvl9pPr lvl="8" algn="l">
              <a:lnSpc>
                <a:spcPct val="100000"/>
              </a:lnSpc>
              <a:spcBef>
                <a:spcPts val="0"/>
              </a:spcBef>
              <a:spcAft>
                <a:spcPts val="0"/>
              </a:spcAft>
              <a:buClr>
                <a:schemeClr val="dk2"/>
              </a:buClr>
              <a:buSzPts val="5400"/>
              <a:buNone/>
              <a:defRPr sz="5400" b="0">
                <a:solidFill>
                  <a:schemeClr val="dk2"/>
                </a:solidFill>
              </a:defRPr>
            </a:lvl9pPr>
          </a:lstStyle>
          <a:p/>
        </p:txBody>
      </p:sp>
      <p:sp>
        <p:nvSpPr>
          <p:cNvPr id="46" name="Google Shape;46;p2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7"/>
        <p:cNvGrpSpPr/>
        <p:nvPr/>
      </p:nvGrpSpPr>
      <p:grpSpPr>
        <a:xfrm>
          <a:off x="0" y="0"/>
          <a:ext cx="0" cy="0"/>
          <a:chOff x="0" y="0"/>
          <a:chExt cx="0" cy="0"/>
        </a:xfrm>
      </p:grpSpPr>
      <p:sp>
        <p:nvSpPr>
          <p:cNvPr id="48" name="Google Shape;48;p28"/>
          <p:cNvSpPr/>
          <p:nvPr/>
        </p:nvSpPr>
        <p:spPr>
          <a:xfrm>
            <a:off x="4572000" y="0"/>
            <a:ext cx="4572000" cy="51435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cxnSp>
        <p:nvCxnSpPr>
          <p:cNvPr id="49" name="Google Shape;49;p28"/>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50" name="Google Shape;50;p28"/>
          <p:cNvSpPr txBox="1">
            <a:spLocks noGrp="1"/>
          </p:cNvSpPr>
          <p:nvPr>
            <p:ph type="title"/>
          </p:nvPr>
        </p:nvSpPr>
        <p:spPr>
          <a:xfrm>
            <a:off x="265500" y="1039675"/>
            <a:ext cx="4045200" cy="16758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51" name="Google Shape;51;p28"/>
          <p:cNvSpPr txBox="1">
            <a:spLocks noGrp="1"/>
          </p:cNvSpPr>
          <p:nvPr>
            <p:ph type="subTitle" idx="1"/>
          </p:nvPr>
        </p:nvSpPr>
        <p:spPr>
          <a:xfrm>
            <a:off x="265500" y="27268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2" name="Google Shape;52;p28"/>
          <p:cNvSpPr txBox="1">
            <a:spLocks noGrp="1"/>
          </p:cNvSpPr>
          <p:nvPr>
            <p:ph type="body" idx="2"/>
          </p:nvPr>
        </p:nvSpPr>
        <p:spPr>
          <a:xfrm>
            <a:off x="4939500" y="724200"/>
            <a:ext cx="3837000" cy="3695100"/>
          </a:xfrm>
          <a:prstGeom prst="rect">
            <a:avLst/>
          </a:prstGeom>
          <a:noFill/>
          <a:ln>
            <a:noFill/>
          </a:ln>
        </p:spPr>
        <p:txBody>
          <a:bodyPr spcFirstLastPara="1" wrap="square" lIns="91425" tIns="91425" rIns="91425" bIns="91425" anchor="ctr" anchorCtr="0">
            <a:noAutofit/>
          </a:bodyPr>
          <a:lstStyle>
            <a:lvl1pPr marL="457200" lvl="0" indent="-342900" algn="l">
              <a:lnSpc>
                <a:spcPct val="115000"/>
              </a:lnSpc>
              <a:spcBef>
                <a:spcPts val="0"/>
              </a:spcBef>
              <a:spcAft>
                <a:spcPts val="0"/>
              </a:spcAft>
              <a:buClr>
                <a:schemeClr val="lt1"/>
              </a:buClr>
              <a:buSzPts val="1800"/>
              <a:buChar char="●"/>
              <a:defRPr>
                <a:solidFill>
                  <a:schemeClr val="lt1"/>
                </a:solidFill>
              </a:defRPr>
            </a:lvl1pPr>
            <a:lvl2pPr marL="914400" lvl="1" indent="-317500" algn="l">
              <a:lnSpc>
                <a:spcPct val="115000"/>
              </a:lnSpc>
              <a:spcBef>
                <a:spcPts val="1600"/>
              </a:spcBef>
              <a:spcAft>
                <a:spcPts val="0"/>
              </a:spcAft>
              <a:buClr>
                <a:schemeClr val="lt1"/>
              </a:buClr>
              <a:buSzPts val="1400"/>
              <a:buChar char="○"/>
              <a:defRPr>
                <a:solidFill>
                  <a:schemeClr val="lt1"/>
                </a:solidFill>
              </a:defRPr>
            </a:lvl2pPr>
            <a:lvl3pPr marL="1371600" lvl="2" indent="-317500" algn="l">
              <a:lnSpc>
                <a:spcPct val="115000"/>
              </a:lnSpc>
              <a:spcBef>
                <a:spcPts val="1600"/>
              </a:spcBef>
              <a:spcAft>
                <a:spcPts val="0"/>
              </a:spcAft>
              <a:buClr>
                <a:schemeClr val="lt1"/>
              </a:buClr>
              <a:buSzPts val="1400"/>
              <a:buChar char="■"/>
              <a:defRPr>
                <a:solidFill>
                  <a:schemeClr val="lt1"/>
                </a:solidFill>
              </a:defRPr>
            </a:lvl3pPr>
            <a:lvl4pPr marL="1828800" lvl="3" indent="-317500" algn="l">
              <a:lnSpc>
                <a:spcPct val="115000"/>
              </a:lnSpc>
              <a:spcBef>
                <a:spcPts val="1600"/>
              </a:spcBef>
              <a:spcAft>
                <a:spcPts val="0"/>
              </a:spcAft>
              <a:buClr>
                <a:schemeClr val="lt1"/>
              </a:buClr>
              <a:buSzPts val="1400"/>
              <a:buChar char="●"/>
              <a:defRPr>
                <a:solidFill>
                  <a:schemeClr val="lt1"/>
                </a:solidFill>
              </a:defRPr>
            </a:lvl4pPr>
            <a:lvl5pPr marL="2286000" lvl="4" indent="-317500" algn="l">
              <a:lnSpc>
                <a:spcPct val="115000"/>
              </a:lnSpc>
              <a:spcBef>
                <a:spcPts val="1600"/>
              </a:spcBef>
              <a:spcAft>
                <a:spcPts val="0"/>
              </a:spcAft>
              <a:buClr>
                <a:schemeClr val="lt1"/>
              </a:buClr>
              <a:buSzPts val="1400"/>
              <a:buChar char="○"/>
              <a:defRPr>
                <a:solidFill>
                  <a:schemeClr val="lt1"/>
                </a:solidFill>
              </a:defRPr>
            </a:lvl5pPr>
            <a:lvl6pPr marL="2743200" lvl="5" indent="-317500" algn="l">
              <a:lnSpc>
                <a:spcPct val="115000"/>
              </a:lnSpc>
              <a:spcBef>
                <a:spcPts val="1600"/>
              </a:spcBef>
              <a:spcAft>
                <a:spcPts val="0"/>
              </a:spcAft>
              <a:buClr>
                <a:schemeClr val="lt1"/>
              </a:buClr>
              <a:buSzPts val="1400"/>
              <a:buChar char="■"/>
              <a:defRPr>
                <a:solidFill>
                  <a:schemeClr val="lt1"/>
                </a:solidFill>
              </a:defRPr>
            </a:lvl6pPr>
            <a:lvl7pPr marL="3200400" lvl="6" indent="-317500" algn="l">
              <a:lnSpc>
                <a:spcPct val="115000"/>
              </a:lnSpc>
              <a:spcBef>
                <a:spcPts val="1600"/>
              </a:spcBef>
              <a:spcAft>
                <a:spcPts val="0"/>
              </a:spcAft>
              <a:buClr>
                <a:schemeClr val="lt1"/>
              </a:buClr>
              <a:buSzPts val="1400"/>
              <a:buChar char="●"/>
              <a:defRPr>
                <a:solidFill>
                  <a:schemeClr val="lt1"/>
                </a:solidFill>
              </a:defRPr>
            </a:lvl7pPr>
            <a:lvl8pPr marL="3657600" lvl="7" indent="-317500" algn="l">
              <a:lnSpc>
                <a:spcPct val="115000"/>
              </a:lnSpc>
              <a:spcBef>
                <a:spcPts val="1600"/>
              </a:spcBef>
              <a:spcAft>
                <a:spcPts val="0"/>
              </a:spcAft>
              <a:buClr>
                <a:schemeClr val="lt1"/>
              </a:buClr>
              <a:buSzPts val="1400"/>
              <a:buChar char="○"/>
              <a:defRPr>
                <a:solidFill>
                  <a:schemeClr val="lt1"/>
                </a:solidFill>
              </a:defRPr>
            </a:lvl8pPr>
            <a:lvl9pPr marL="4114800" lvl="8" indent="-317500" algn="l">
              <a:lnSpc>
                <a:spcPct val="115000"/>
              </a:lnSpc>
              <a:spcBef>
                <a:spcPts val="1600"/>
              </a:spcBef>
              <a:spcAft>
                <a:spcPts val="1600"/>
              </a:spcAft>
              <a:buClr>
                <a:schemeClr val="lt1"/>
              </a:buClr>
              <a:buSzPts val="1400"/>
              <a:buChar char="■"/>
              <a:defRPr>
                <a:solidFill>
                  <a:schemeClr val="lt1"/>
                </a:solidFill>
              </a:defRPr>
            </a:lvl9pPr>
          </a:lstStyle>
          <a:p/>
        </p:txBody>
      </p:sp>
      <p:sp>
        <p:nvSpPr>
          <p:cNvPr id="53" name="Google Shape;53;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lt1"/>
                </a:solidFill>
                <a:latin typeface="Open Sans" panose="020B0606030504020204"/>
                <a:ea typeface="Open Sans" panose="020B0606030504020204"/>
                <a:cs typeface="Open Sans" panose="020B0606030504020204"/>
                <a:sym typeface="Open Sans" panose="020B0606030504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lt1"/>
                </a:solidFill>
                <a:latin typeface="Open Sans" panose="020B0606030504020204"/>
                <a:ea typeface="Open Sans" panose="020B0606030504020204"/>
                <a:cs typeface="Open Sans" panose="020B0606030504020204"/>
                <a:sym typeface="Open Sans" panose="020B0606030504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lt1"/>
                </a:solidFill>
                <a:latin typeface="Open Sans" panose="020B0606030504020204"/>
                <a:ea typeface="Open Sans" panose="020B0606030504020204"/>
                <a:cs typeface="Open Sans" panose="020B0606030504020204"/>
                <a:sym typeface="Open Sans" panose="020B0606030504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lt1"/>
                </a:solidFill>
                <a:latin typeface="Open Sans" panose="020B0606030504020204"/>
                <a:ea typeface="Open Sans" panose="020B0606030504020204"/>
                <a:cs typeface="Open Sans" panose="020B0606030504020204"/>
                <a:sym typeface="Open Sans" panose="020B0606030504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lt1"/>
                </a:solidFill>
                <a:latin typeface="Open Sans" panose="020B0606030504020204"/>
                <a:ea typeface="Open Sans" panose="020B0606030504020204"/>
                <a:cs typeface="Open Sans" panose="020B0606030504020204"/>
                <a:sym typeface="Open Sans" panose="020B0606030504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lt1"/>
                </a:solidFill>
                <a:latin typeface="Open Sans" panose="020B0606030504020204"/>
                <a:ea typeface="Open Sans" panose="020B0606030504020204"/>
                <a:cs typeface="Open Sans" panose="020B0606030504020204"/>
                <a:sym typeface="Open Sans" panose="020B0606030504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lt1"/>
                </a:solidFill>
                <a:latin typeface="Open Sans" panose="020B0606030504020204"/>
                <a:ea typeface="Open Sans" panose="020B0606030504020204"/>
                <a:cs typeface="Open Sans" panose="020B0606030504020204"/>
                <a:sym typeface="Open Sans" panose="020B0606030504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lt1"/>
                </a:solidFill>
                <a:latin typeface="Open Sans" panose="020B0606030504020204"/>
                <a:ea typeface="Open Sans" panose="020B0606030504020204"/>
                <a:cs typeface="Open Sans" panose="020B0606030504020204"/>
                <a:sym typeface="Open Sans" panose="020B0606030504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lt1"/>
                </a:solidFill>
                <a:latin typeface="Open Sans" panose="020B0606030504020204"/>
                <a:ea typeface="Open Sans" panose="020B0606030504020204"/>
                <a:cs typeface="Open Sans" panose="020B0606030504020204"/>
                <a:sym typeface="Open Sans" panose="020B060603050402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4"/>
        <p:cNvGrpSpPr/>
        <p:nvPr/>
      </p:nvGrpSpPr>
      <p:grpSpPr>
        <a:xfrm>
          <a:off x="0" y="0"/>
          <a:ext cx="0" cy="0"/>
          <a:chOff x="0" y="0"/>
          <a:chExt cx="0" cy="0"/>
        </a:xfrm>
      </p:grpSpPr>
      <p:sp>
        <p:nvSpPr>
          <p:cNvPr id="55" name="Google Shape;55;p29"/>
          <p:cNvSpPr txBox="1">
            <a:spLocks noGrp="1"/>
          </p:cNvSpPr>
          <p:nvPr>
            <p:ph type="body" idx="1"/>
          </p:nvPr>
        </p:nvSpPr>
        <p:spPr>
          <a:xfrm>
            <a:off x="311700" y="4230725"/>
            <a:ext cx="5998800" cy="598800"/>
          </a:xfrm>
          <a:prstGeom prst="rect">
            <a:avLst/>
          </a:prstGeom>
          <a:no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SzPts val="2400"/>
              <a:buFont typeface="PT Sans Narrow" panose="020B0506020203020204"/>
              <a:buNone/>
              <a:defRPr sz="2400">
                <a:latin typeface="PT Sans Narrow" panose="020B0506020203020204"/>
                <a:ea typeface="PT Sans Narrow" panose="020B0506020203020204"/>
                <a:cs typeface="PT Sans Narrow" panose="020B0506020203020204"/>
                <a:sym typeface="PT Sans Narrow" panose="020B0506020203020204"/>
              </a:defRPr>
            </a:lvl1pPr>
          </a:lstStyle>
          <a:p/>
        </p:txBody>
      </p:sp>
      <p:sp>
        <p:nvSpPr>
          <p:cNvPr id="56" name="Google Shape;56;p2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7"/>
        <p:cNvGrpSpPr/>
        <p:nvPr/>
      </p:nvGrpSpPr>
      <p:grpSpPr>
        <a:xfrm>
          <a:off x="0" y="0"/>
          <a:ext cx="0" cy="0"/>
          <a:chOff x="0" y="0"/>
          <a:chExt cx="0" cy="0"/>
        </a:xfrm>
      </p:grpSpPr>
      <p:sp>
        <p:nvSpPr>
          <p:cNvPr id="58" name="Google Shape;58;p30"/>
          <p:cNvSpPr/>
          <p:nvPr/>
        </p:nvSpPr>
        <p:spPr>
          <a:xfrm>
            <a:off x="-75"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9" name="Google Shape;59;p30"/>
          <p:cNvSpPr txBox="1">
            <a:spLocks noGrp="1"/>
          </p:cNvSpPr>
          <p:nvPr>
            <p:ph type="title" hasCustomPrompt="1"/>
          </p:nvPr>
        </p:nvSpPr>
        <p:spPr>
          <a:xfrm>
            <a:off x="311700" y="1304850"/>
            <a:ext cx="8520600" cy="15384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Clr>
                <a:schemeClr val="accent3"/>
              </a:buClr>
              <a:buSzPts val="13000"/>
              <a:buNone/>
              <a:defRPr sz="13000">
                <a:solidFill>
                  <a:schemeClr val="accent3"/>
                </a:solidFill>
              </a:defRPr>
            </a:lvl1pPr>
            <a:lvl2pPr lvl="1" algn="ctr">
              <a:lnSpc>
                <a:spcPct val="100000"/>
              </a:lnSpc>
              <a:spcBef>
                <a:spcPts val="0"/>
              </a:spcBef>
              <a:spcAft>
                <a:spcPts val="0"/>
              </a:spcAft>
              <a:buClr>
                <a:schemeClr val="accent3"/>
              </a:buClr>
              <a:buSzPts val="13000"/>
              <a:buNone/>
              <a:defRPr sz="13000">
                <a:solidFill>
                  <a:schemeClr val="accent3"/>
                </a:solidFill>
              </a:defRPr>
            </a:lvl2pPr>
            <a:lvl3pPr lvl="2" algn="ctr">
              <a:lnSpc>
                <a:spcPct val="100000"/>
              </a:lnSpc>
              <a:spcBef>
                <a:spcPts val="0"/>
              </a:spcBef>
              <a:spcAft>
                <a:spcPts val="0"/>
              </a:spcAft>
              <a:buClr>
                <a:schemeClr val="accent3"/>
              </a:buClr>
              <a:buSzPts val="13000"/>
              <a:buNone/>
              <a:defRPr sz="13000">
                <a:solidFill>
                  <a:schemeClr val="accent3"/>
                </a:solidFill>
              </a:defRPr>
            </a:lvl3pPr>
            <a:lvl4pPr lvl="3" algn="ctr">
              <a:lnSpc>
                <a:spcPct val="100000"/>
              </a:lnSpc>
              <a:spcBef>
                <a:spcPts val="0"/>
              </a:spcBef>
              <a:spcAft>
                <a:spcPts val="0"/>
              </a:spcAft>
              <a:buClr>
                <a:schemeClr val="accent3"/>
              </a:buClr>
              <a:buSzPts val="13000"/>
              <a:buNone/>
              <a:defRPr sz="13000">
                <a:solidFill>
                  <a:schemeClr val="accent3"/>
                </a:solidFill>
              </a:defRPr>
            </a:lvl4pPr>
            <a:lvl5pPr lvl="4" algn="ctr">
              <a:lnSpc>
                <a:spcPct val="100000"/>
              </a:lnSpc>
              <a:spcBef>
                <a:spcPts val="0"/>
              </a:spcBef>
              <a:spcAft>
                <a:spcPts val="0"/>
              </a:spcAft>
              <a:buClr>
                <a:schemeClr val="accent3"/>
              </a:buClr>
              <a:buSzPts val="13000"/>
              <a:buNone/>
              <a:defRPr sz="13000">
                <a:solidFill>
                  <a:schemeClr val="accent3"/>
                </a:solidFill>
              </a:defRPr>
            </a:lvl5pPr>
            <a:lvl6pPr lvl="5" algn="ctr">
              <a:lnSpc>
                <a:spcPct val="100000"/>
              </a:lnSpc>
              <a:spcBef>
                <a:spcPts val="0"/>
              </a:spcBef>
              <a:spcAft>
                <a:spcPts val="0"/>
              </a:spcAft>
              <a:buClr>
                <a:schemeClr val="accent3"/>
              </a:buClr>
              <a:buSzPts val="13000"/>
              <a:buNone/>
              <a:defRPr sz="13000">
                <a:solidFill>
                  <a:schemeClr val="accent3"/>
                </a:solidFill>
              </a:defRPr>
            </a:lvl6pPr>
            <a:lvl7pPr lvl="6" algn="ctr">
              <a:lnSpc>
                <a:spcPct val="100000"/>
              </a:lnSpc>
              <a:spcBef>
                <a:spcPts val="0"/>
              </a:spcBef>
              <a:spcAft>
                <a:spcPts val="0"/>
              </a:spcAft>
              <a:buClr>
                <a:schemeClr val="accent3"/>
              </a:buClr>
              <a:buSzPts val="13000"/>
              <a:buNone/>
              <a:defRPr sz="13000">
                <a:solidFill>
                  <a:schemeClr val="accent3"/>
                </a:solidFill>
              </a:defRPr>
            </a:lvl7pPr>
            <a:lvl8pPr lvl="7" algn="ctr">
              <a:lnSpc>
                <a:spcPct val="100000"/>
              </a:lnSpc>
              <a:spcBef>
                <a:spcPts val="0"/>
              </a:spcBef>
              <a:spcAft>
                <a:spcPts val="0"/>
              </a:spcAft>
              <a:buClr>
                <a:schemeClr val="accent3"/>
              </a:buClr>
              <a:buSzPts val="13000"/>
              <a:buNone/>
              <a:defRPr sz="13000">
                <a:solidFill>
                  <a:schemeClr val="accent3"/>
                </a:solidFill>
              </a:defRPr>
            </a:lvl8pPr>
            <a:lvl9pPr lvl="8" algn="ctr">
              <a:lnSpc>
                <a:spcPct val="100000"/>
              </a:lnSpc>
              <a:spcBef>
                <a:spcPts val="0"/>
              </a:spcBef>
              <a:spcAft>
                <a:spcPts val="0"/>
              </a:spcAft>
              <a:buClr>
                <a:schemeClr val="accent3"/>
              </a:buClr>
              <a:buSzPts val="13000"/>
              <a:buNone/>
              <a:defRPr sz="13000">
                <a:solidFill>
                  <a:schemeClr val="accent3"/>
                </a:solidFill>
              </a:defRPr>
            </a:lvl9pPr>
          </a:lstStyle>
          <a:p>
            <a:r>
              <a:t>xx%</a:t>
            </a:r>
          </a:p>
        </p:txBody>
      </p:sp>
      <p:sp>
        <p:nvSpPr>
          <p:cNvPr id="60" name="Google Shape;60;p30"/>
          <p:cNvSpPr txBox="1">
            <a:spLocks noGrp="1"/>
          </p:cNvSpPr>
          <p:nvPr>
            <p:ph type="body" idx="1"/>
          </p:nvPr>
        </p:nvSpPr>
        <p:spPr>
          <a:xfrm>
            <a:off x="311700" y="2995650"/>
            <a:ext cx="8520600" cy="1071600"/>
          </a:xfrm>
          <a:prstGeom prst="rect">
            <a:avLst/>
          </a:prstGeom>
          <a:noFill/>
          <a:ln>
            <a:noFill/>
          </a:ln>
        </p:spPr>
        <p:txBody>
          <a:bodyPr spcFirstLastPara="1" wrap="square" lIns="91425" tIns="91425" rIns="91425" bIns="91425" anchor="t" anchorCtr="0">
            <a:no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1600"/>
              </a:spcBef>
              <a:spcAft>
                <a:spcPts val="0"/>
              </a:spcAft>
              <a:buSzPts val="1400"/>
              <a:buChar char="○"/>
              <a:defRPr/>
            </a:lvl2pPr>
            <a:lvl3pPr marL="1371600" lvl="2" indent="-317500" algn="ctr">
              <a:lnSpc>
                <a:spcPct val="115000"/>
              </a:lnSpc>
              <a:spcBef>
                <a:spcPts val="1600"/>
              </a:spcBef>
              <a:spcAft>
                <a:spcPts val="0"/>
              </a:spcAft>
              <a:buSzPts val="1400"/>
              <a:buChar char="■"/>
              <a:defRPr/>
            </a:lvl3pPr>
            <a:lvl4pPr marL="1828800" lvl="3" indent="-317500" algn="ctr">
              <a:lnSpc>
                <a:spcPct val="115000"/>
              </a:lnSpc>
              <a:spcBef>
                <a:spcPts val="1600"/>
              </a:spcBef>
              <a:spcAft>
                <a:spcPts val="0"/>
              </a:spcAft>
              <a:buSzPts val="1400"/>
              <a:buChar char="●"/>
              <a:defRPr/>
            </a:lvl4pPr>
            <a:lvl5pPr marL="2286000" lvl="4" indent="-317500" algn="ctr">
              <a:lnSpc>
                <a:spcPct val="115000"/>
              </a:lnSpc>
              <a:spcBef>
                <a:spcPts val="1600"/>
              </a:spcBef>
              <a:spcAft>
                <a:spcPts val="0"/>
              </a:spcAft>
              <a:buSzPts val="1400"/>
              <a:buChar char="○"/>
              <a:defRPr/>
            </a:lvl5pPr>
            <a:lvl6pPr marL="2743200" lvl="5" indent="-317500" algn="ctr">
              <a:lnSpc>
                <a:spcPct val="115000"/>
              </a:lnSpc>
              <a:spcBef>
                <a:spcPts val="1600"/>
              </a:spcBef>
              <a:spcAft>
                <a:spcPts val="0"/>
              </a:spcAft>
              <a:buSzPts val="1400"/>
              <a:buChar char="■"/>
              <a:defRPr/>
            </a:lvl6pPr>
            <a:lvl7pPr marL="3200400" lvl="6" indent="-317500" algn="ctr">
              <a:lnSpc>
                <a:spcPct val="115000"/>
              </a:lnSpc>
              <a:spcBef>
                <a:spcPts val="1600"/>
              </a:spcBef>
              <a:spcAft>
                <a:spcPts val="0"/>
              </a:spcAft>
              <a:buSzPts val="1400"/>
              <a:buChar char="●"/>
              <a:defRPr/>
            </a:lvl7pPr>
            <a:lvl8pPr marL="3657600" lvl="7" indent="-317500" algn="ctr">
              <a:lnSpc>
                <a:spcPct val="115000"/>
              </a:lnSpc>
              <a:spcBef>
                <a:spcPts val="1600"/>
              </a:spcBef>
              <a:spcAft>
                <a:spcPts val="0"/>
              </a:spcAft>
              <a:buSzPts val="1400"/>
              <a:buChar char="○"/>
              <a:defRPr/>
            </a:lvl8pPr>
            <a:lvl9pPr marL="4114800" lvl="8" indent="-317500" algn="ctr">
              <a:lnSpc>
                <a:spcPct val="115000"/>
              </a:lnSpc>
              <a:spcBef>
                <a:spcPts val="1600"/>
              </a:spcBef>
              <a:spcAft>
                <a:spcPts val="1600"/>
              </a:spcAft>
              <a:buSzPts val="1400"/>
              <a:buChar char="■"/>
              <a:defRPr/>
            </a:lvl9pPr>
          </a:lstStyle>
          <a:p/>
        </p:txBody>
      </p:sp>
      <p:sp>
        <p:nvSpPr>
          <p:cNvPr id="61" name="Google Shape;61;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9"/>
          <p:cNvSpPr txBox="1">
            <a:spLocks noGrp="1"/>
          </p:cNvSpPr>
          <p:nvPr>
            <p:ph type="title"/>
          </p:nvPr>
        </p:nvSpPr>
        <p:spPr>
          <a:xfrm>
            <a:off x="311700" y="445025"/>
            <a:ext cx="8520600" cy="7074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accent1"/>
              </a:buClr>
              <a:buSzPts val="3600"/>
              <a:buFont typeface="PT Sans Narrow" panose="020B0506020203020204"/>
              <a:buNone/>
              <a:defRPr sz="3600" b="1" i="0" u="none" strike="noStrike" cap="none">
                <a:solidFill>
                  <a:schemeClr val="accent1"/>
                </a:solidFill>
                <a:latin typeface="PT Sans Narrow" panose="020B0506020203020204"/>
                <a:ea typeface="PT Sans Narrow" panose="020B0506020203020204"/>
                <a:cs typeface="PT Sans Narrow" panose="020B0506020203020204"/>
                <a:sym typeface="PT Sans Narrow" panose="020B0506020203020204"/>
              </a:defRPr>
            </a:lvl1pPr>
            <a:lvl2pPr marR="0" lvl="1" algn="l" rtl="0">
              <a:lnSpc>
                <a:spcPct val="100000"/>
              </a:lnSpc>
              <a:spcBef>
                <a:spcPts val="0"/>
              </a:spcBef>
              <a:spcAft>
                <a:spcPts val="0"/>
              </a:spcAft>
              <a:buClr>
                <a:schemeClr val="accent1"/>
              </a:buClr>
              <a:buSzPts val="3600"/>
              <a:buFont typeface="PT Sans Narrow" panose="020B0506020203020204"/>
              <a:buNone/>
              <a:defRPr sz="3600" b="1" i="0" u="none" strike="noStrike" cap="none">
                <a:solidFill>
                  <a:schemeClr val="accent1"/>
                </a:solidFill>
                <a:latin typeface="PT Sans Narrow" panose="020B0506020203020204"/>
                <a:ea typeface="PT Sans Narrow" panose="020B0506020203020204"/>
                <a:cs typeface="PT Sans Narrow" panose="020B0506020203020204"/>
                <a:sym typeface="PT Sans Narrow" panose="020B0506020203020204"/>
              </a:defRPr>
            </a:lvl2pPr>
            <a:lvl3pPr marR="0" lvl="2" algn="l" rtl="0">
              <a:lnSpc>
                <a:spcPct val="100000"/>
              </a:lnSpc>
              <a:spcBef>
                <a:spcPts val="0"/>
              </a:spcBef>
              <a:spcAft>
                <a:spcPts val="0"/>
              </a:spcAft>
              <a:buClr>
                <a:schemeClr val="accent1"/>
              </a:buClr>
              <a:buSzPts val="3600"/>
              <a:buFont typeface="PT Sans Narrow" panose="020B0506020203020204"/>
              <a:buNone/>
              <a:defRPr sz="3600" b="1" i="0" u="none" strike="noStrike" cap="none">
                <a:solidFill>
                  <a:schemeClr val="accent1"/>
                </a:solidFill>
                <a:latin typeface="PT Sans Narrow" panose="020B0506020203020204"/>
                <a:ea typeface="PT Sans Narrow" panose="020B0506020203020204"/>
                <a:cs typeface="PT Sans Narrow" panose="020B0506020203020204"/>
                <a:sym typeface="PT Sans Narrow" panose="020B0506020203020204"/>
              </a:defRPr>
            </a:lvl3pPr>
            <a:lvl4pPr marR="0" lvl="3" algn="l" rtl="0">
              <a:lnSpc>
                <a:spcPct val="100000"/>
              </a:lnSpc>
              <a:spcBef>
                <a:spcPts val="0"/>
              </a:spcBef>
              <a:spcAft>
                <a:spcPts val="0"/>
              </a:spcAft>
              <a:buClr>
                <a:schemeClr val="accent1"/>
              </a:buClr>
              <a:buSzPts val="3600"/>
              <a:buFont typeface="PT Sans Narrow" panose="020B0506020203020204"/>
              <a:buNone/>
              <a:defRPr sz="3600" b="1" i="0" u="none" strike="noStrike" cap="none">
                <a:solidFill>
                  <a:schemeClr val="accent1"/>
                </a:solidFill>
                <a:latin typeface="PT Sans Narrow" panose="020B0506020203020204"/>
                <a:ea typeface="PT Sans Narrow" panose="020B0506020203020204"/>
                <a:cs typeface="PT Sans Narrow" panose="020B0506020203020204"/>
                <a:sym typeface="PT Sans Narrow" panose="020B0506020203020204"/>
              </a:defRPr>
            </a:lvl4pPr>
            <a:lvl5pPr marR="0" lvl="4" algn="l" rtl="0">
              <a:lnSpc>
                <a:spcPct val="100000"/>
              </a:lnSpc>
              <a:spcBef>
                <a:spcPts val="0"/>
              </a:spcBef>
              <a:spcAft>
                <a:spcPts val="0"/>
              </a:spcAft>
              <a:buClr>
                <a:schemeClr val="accent1"/>
              </a:buClr>
              <a:buSzPts val="3600"/>
              <a:buFont typeface="PT Sans Narrow" panose="020B0506020203020204"/>
              <a:buNone/>
              <a:defRPr sz="3600" b="1" i="0" u="none" strike="noStrike" cap="none">
                <a:solidFill>
                  <a:schemeClr val="accent1"/>
                </a:solidFill>
                <a:latin typeface="PT Sans Narrow" panose="020B0506020203020204"/>
                <a:ea typeface="PT Sans Narrow" panose="020B0506020203020204"/>
                <a:cs typeface="PT Sans Narrow" panose="020B0506020203020204"/>
                <a:sym typeface="PT Sans Narrow" panose="020B0506020203020204"/>
              </a:defRPr>
            </a:lvl5pPr>
            <a:lvl6pPr marR="0" lvl="5" algn="l" rtl="0">
              <a:lnSpc>
                <a:spcPct val="100000"/>
              </a:lnSpc>
              <a:spcBef>
                <a:spcPts val="0"/>
              </a:spcBef>
              <a:spcAft>
                <a:spcPts val="0"/>
              </a:spcAft>
              <a:buClr>
                <a:schemeClr val="accent1"/>
              </a:buClr>
              <a:buSzPts val="3600"/>
              <a:buFont typeface="PT Sans Narrow" panose="020B0506020203020204"/>
              <a:buNone/>
              <a:defRPr sz="3600" b="1" i="0" u="none" strike="noStrike" cap="none">
                <a:solidFill>
                  <a:schemeClr val="accent1"/>
                </a:solidFill>
                <a:latin typeface="PT Sans Narrow" panose="020B0506020203020204"/>
                <a:ea typeface="PT Sans Narrow" panose="020B0506020203020204"/>
                <a:cs typeface="PT Sans Narrow" panose="020B0506020203020204"/>
                <a:sym typeface="PT Sans Narrow" panose="020B0506020203020204"/>
              </a:defRPr>
            </a:lvl6pPr>
            <a:lvl7pPr marR="0" lvl="6" algn="l" rtl="0">
              <a:lnSpc>
                <a:spcPct val="100000"/>
              </a:lnSpc>
              <a:spcBef>
                <a:spcPts val="0"/>
              </a:spcBef>
              <a:spcAft>
                <a:spcPts val="0"/>
              </a:spcAft>
              <a:buClr>
                <a:schemeClr val="accent1"/>
              </a:buClr>
              <a:buSzPts val="3600"/>
              <a:buFont typeface="PT Sans Narrow" panose="020B0506020203020204"/>
              <a:buNone/>
              <a:defRPr sz="3600" b="1" i="0" u="none" strike="noStrike" cap="none">
                <a:solidFill>
                  <a:schemeClr val="accent1"/>
                </a:solidFill>
                <a:latin typeface="PT Sans Narrow" panose="020B0506020203020204"/>
                <a:ea typeface="PT Sans Narrow" panose="020B0506020203020204"/>
                <a:cs typeface="PT Sans Narrow" panose="020B0506020203020204"/>
                <a:sym typeface="PT Sans Narrow" panose="020B0506020203020204"/>
              </a:defRPr>
            </a:lvl7pPr>
            <a:lvl8pPr marR="0" lvl="7" algn="l" rtl="0">
              <a:lnSpc>
                <a:spcPct val="100000"/>
              </a:lnSpc>
              <a:spcBef>
                <a:spcPts val="0"/>
              </a:spcBef>
              <a:spcAft>
                <a:spcPts val="0"/>
              </a:spcAft>
              <a:buClr>
                <a:schemeClr val="accent1"/>
              </a:buClr>
              <a:buSzPts val="3600"/>
              <a:buFont typeface="PT Sans Narrow" panose="020B0506020203020204"/>
              <a:buNone/>
              <a:defRPr sz="3600" b="1" i="0" u="none" strike="noStrike" cap="none">
                <a:solidFill>
                  <a:schemeClr val="accent1"/>
                </a:solidFill>
                <a:latin typeface="PT Sans Narrow" panose="020B0506020203020204"/>
                <a:ea typeface="PT Sans Narrow" panose="020B0506020203020204"/>
                <a:cs typeface="PT Sans Narrow" panose="020B0506020203020204"/>
                <a:sym typeface="PT Sans Narrow" panose="020B0506020203020204"/>
              </a:defRPr>
            </a:lvl8pPr>
            <a:lvl9pPr marR="0" lvl="8" algn="l" rtl="0">
              <a:lnSpc>
                <a:spcPct val="100000"/>
              </a:lnSpc>
              <a:spcBef>
                <a:spcPts val="0"/>
              </a:spcBef>
              <a:spcAft>
                <a:spcPts val="0"/>
              </a:spcAft>
              <a:buClr>
                <a:schemeClr val="accent1"/>
              </a:buClr>
              <a:buSzPts val="3600"/>
              <a:buFont typeface="PT Sans Narrow" panose="020B0506020203020204"/>
              <a:buNone/>
              <a:defRPr sz="3600" b="1" i="0" u="none" strike="noStrike" cap="none">
                <a:solidFill>
                  <a:schemeClr val="accent1"/>
                </a:solidFill>
                <a:latin typeface="PT Sans Narrow" panose="020B0506020203020204"/>
                <a:ea typeface="PT Sans Narrow" panose="020B0506020203020204"/>
                <a:cs typeface="PT Sans Narrow" panose="020B0506020203020204"/>
                <a:sym typeface="PT Sans Narrow" panose="020B0506020203020204"/>
              </a:defRPr>
            </a:lvl9pPr>
          </a:lstStyle>
          <a:p/>
        </p:txBody>
      </p:sp>
      <p:sp>
        <p:nvSpPr>
          <p:cNvPr id="7" name="Google Shape;7;p19"/>
          <p:cNvSpPr txBox="1">
            <a:spLocks noGrp="1"/>
          </p:cNvSpPr>
          <p:nvPr>
            <p:ph type="body" idx="1"/>
          </p:nvPr>
        </p:nvSpPr>
        <p:spPr>
          <a:xfrm>
            <a:off x="311700" y="1266325"/>
            <a:ext cx="8520600" cy="33027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dk2"/>
              </a:buClr>
              <a:buSzPts val="1800"/>
              <a:buFont typeface="Open Sans" panose="020B0606030504020204"/>
              <a:buChar char="●"/>
              <a:defRPr sz="18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1pPr>
            <a:lvl2pPr marL="914400" marR="0" lvl="1" indent="-317500" algn="l" rtl="0">
              <a:lnSpc>
                <a:spcPct val="115000"/>
              </a:lnSpc>
              <a:spcBef>
                <a:spcPts val="1600"/>
              </a:spcBef>
              <a:spcAft>
                <a:spcPts val="0"/>
              </a:spcAft>
              <a:buClr>
                <a:schemeClr val="dk2"/>
              </a:buClr>
              <a:buSzPts val="1400"/>
              <a:buFont typeface="Open Sans" panose="020B0606030504020204"/>
              <a:buChar char="○"/>
              <a:defRPr sz="14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2pPr>
            <a:lvl3pPr marL="1371600" marR="0" lvl="2" indent="-317500" algn="l" rtl="0">
              <a:lnSpc>
                <a:spcPct val="115000"/>
              </a:lnSpc>
              <a:spcBef>
                <a:spcPts val="1600"/>
              </a:spcBef>
              <a:spcAft>
                <a:spcPts val="0"/>
              </a:spcAft>
              <a:buClr>
                <a:schemeClr val="dk2"/>
              </a:buClr>
              <a:buSzPts val="1400"/>
              <a:buFont typeface="Open Sans" panose="020B0606030504020204"/>
              <a:buChar char="■"/>
              <a:defRPr sz="14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3pPr>
            <a:lvl4pPr marL="1828800" marR="0" lvl="3" indent="-317500" algn="l" rtl="0">
              <a:lnSpc>
                <a:spcPct val="115000"/>
              </a:lnSpc>
              <a:spcBef>
                <a:spcPts val="1600"/>
              </a:spcBef>
              <a:spcAft>
                <a:spcPts val="0"/>
              </a:spcAft>
              <a:buClr>
                <a:schemeClr val="dk2"/>
              </a:buClr>
              <a:buSzPts val="1400"/>
              <a:buFont typeface="Open Sans" panose="020B0606030504020204"/>
              <a:buChar char="●"/>
              <a:defRPr sz="14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4pPr>
            <a:lvl5pPr marL="2286000" marR="0" lvl="4" indent="-317500" algn="l" rtl="0">
              <a:lnSpc>
                <a:spcPct val="115000"/>
              </a:lnSpc>
              <a:spcBef>
                <a:spcPts val="1600"/>
              </a:spcBef>
              <a:spcAft>
                <a:spcPts val="0"/>
              </a:spcAft>
              <a:buClr>
                <a:schemeClr val="dk2"/>
              </a:buClr>
              <a:buSzPts val="1400"/>
              <a:buFont typeface="Open Sans" panose="020B0606030504020204"/>
              <a:buChar char="○"/>
              <a:defRPr sz="14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5pPr>
            <a:lvl6pPr marL="2743200" marR="0" lvl="5" indent="-317500" algn="l" rtl="0">
              <a:lnSpc>
                <a:spcPct val="115000"/>
              </a:lnSpc>
              <a:spcBef>
                <a:spcPts val="1600"/>
              </a:spcBef>
              <a:spcAft>
                <a:spcPts val="0"/>
              </a:spcAft>
              <a:buClr>
                <a:schemeClr val="dk2"/>
              </a:buClr>
              <a:buSzPts val="1400"/>
              <a:buFont typeface="Open Sans" panose="020B0606030504020204"/>
              <a:buChar char="■"/>
              <a:defRPr sz="14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6pPr>
            <a:lvl7pPr marL="3200400" marR="0" lvl="6" indent="-317500" algn="l" rtl="0">
              <a:lnSpc>
                <a:spcPct val="115000"/>
              </a:lnSpc>
              <a:spcBef>
                <a:spcPts val="1600"/>
              </a:spcBef>
              <a:spcAft>
                <a:spcPts val="0"/>
              </a:spcAft>
              <a:buClr>
                <a:schemeClr val="dk2"/>
              </a:buClr>
              <a:buSzPts val="1400"/>
              <a:buFont typeface="Open Sans" panose="020B0606030504020204"/>
              <a:buChar char="●"/>
              <a:defRPr sz="14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7pPr>
            <a:lvl8pPr marL="3657600" marR="0" lvl="7" indent="-317500" algn="l" rtl="0">
              <a:lnSpc>
                <a:spcPct val="115000"/>
              </a:lnSpc>
              <a:spcBef>
                <a:spcPts val="1600"/>
              </a:spcBef>
              <a:spcAft>
                <a:spcPts val="0"/>
              </a:spcAft>
              <a:buClr>
                <a:schemeClr val="dk2"/>
              </a:buClr>
              <a:buSzPts val="1400"/>
              <a:buFont typeface="Open Sans" panose="020B0606030504020204"/>
              <a:buChar char="○"/>
              <a:defRPr sz="14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8pPr>
            <a:lvl9pPr marL="4114800" marR="0" lvl="8" indent="-317500" algn="l" rtl="0">
              <a:lnSpc>
                <a:spcPct val="115000"/>
              </a:lnSpc>
              <a:spcBef>
                <a:spcPts val="1600"/>
              </a:spcBef>
              <a:spcAft>
                <a:spcPts val="1600"/>
              </a:spcAft>
              <a:buClr>
                <a:schemeClr val="dk2"/>
              </a:buClr>
              <a:buSzPts val="1400"/>
              <a:buFont typeface="Open Sans" panose="020B0606030504020204"/>
              <a:buChar char="■"/>
              <a:defRPr sz="14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9pPr>
          </a:lstStyle>
          <a:p/>
        </p:txBody>
      </p:sp>
      <p:sp>
        <p:nvSpPr>
          <p:cNvPr id="8" name="Google Shape;8;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1pPr>
            <a:lvl2pPr marL="0" marR="0" lvl="1"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2pPr>
            <a:lvl3pPr marL="0" marR="0" lvl="2"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3pPr>
            <a:lvl4pPr marL="0" marR="0" lvl="3"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4pPr>
            <a:lvl5pPr marL="0" marR="0" lvl="4"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5pPr>
            <a:lvl6pPr marL="0" marR="0" lvl="5"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6pPr>
            <a:lvl7pPr marL="0" marR="0" lvl="6"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7pPr>
            <a:lvl8pPr marL="0" marR="0" lvl="7"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8pPr>
            <a:lvl9pPr marL="0" marR="0" lvl="8"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Open Sans" panose="020B0606030504020204"/>
                <a:ea typeface="Open Sans" panose="020B0606030504020204"/>
                <a:cs typeface="Open Sans" panose="020B0606030504020204"/>
                <a:sym typeface="Open Sans" panose="020B0606030504020204"/>
              </a:defRPr>
            </a:lvl9pPr>
          </a:lstStyle>
          <a:p>
            <a:pPr marL="0" lvl="0" indent="0" algn="r" rtl="0">
              <a:spcBef>
                <a:spcPts val="0"/>
              </a:spcBef>
              <a:spcAft>
                <a:spcPts val="0"/>
              </a:spcAft>
              <a:buNone/>
            </a:pPr>
            <a:fld id="{00000000-1234-1234-1234-123412341234}" type="slidenum">
              <a:rPr lang="en-GB"/>
            </a:fld>
            <a:endParaRPr lang="en-GB"/>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
          <p:cNvSpPr txBox="1">
            <a:spLocks noGrp="1"/>
          </p:cNvSpPr>
          <p:nvPr>
            <p:ph type="title"/>
          </p:nvPr>
        </p:nvSpPr>
        <p:spPr>
          <a:xfrm>
            <a:off x="311700" y="0"/>
            <a:ext cx="8520600" cy="990600"/>
          </a:xfrm>
          <a:prstGeom prst="rect">
            <a:avLst/>
          </a:prstGeom>
          <a:noFill/>
          <a:ln>
            <a:noFill/>
          </a:ln>
        </p:spPr>
        <p:txBody>
          <a:bodyPr spcFirstLastPara="1" wrap="square" lIns="91425" tIns="91425" rIns="91425" bIns="91425" anchor="t" anchorCtr="0">
            <a:noAutofit/>
          </a:bodyPr>
          <a:lstStyle/>
          <a:p>
            <a:pPr marL="0" lvl="0" indent="0" algn="ctr" rtl="0">
              <a:lnSpc>
                <a:spcPct val="150000"/>
              </a:lnSpc>
              <a:spcBef>
                <a:spcPts val="0"/>
              </a:spcBef>
              <a:spcAft>
                <a:spcPts val="0"/>
              </a:spcAft>
              <a:buSzPts val="3600"/>
              <a:buNone/>
            </a:pPr>
            <a:r>
              <a:rPr lang="en-GB" sz="1800">
                <a:solidFill>
                  <a:srgbClr val="31B031"/>
                </a:solidFill>
                <a:latin typeface="Times New Roman" panose="02020603050405020304"/>
                <a:ea typeface="Times New Roman" panose="02020603050405020304"/>
                <a:cs typeface="Times New Roman" panose="02020603050405020304"/>
                <a:sym typeface="Times New Roman" panose="02020603050405020304"/>
              </a:rPr>
              <a:t>Sinhgad Technical Education Society’s </a:t>
            </a:r>
            <a:endParaRPr sz="1800">
              <a:solidFill>
                <a:srgbClr val="31B03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ctr" rtl="0">
              <a:lnSpc>
                <a:spcPct val="150000"/>
              </a:lnSpc>
              <a:spcBef>
                <a:spcPts val="0"/>
              </a:spcBef>
              <a:spcAft>
                <a:spcPts val="0"/>
              </a:spcAft>
              <a:buSzPts val="3600"/>
              <a:buNone/>
            </a:pPr>
            <a:r>
              <a:rPr lang="en-GB" sz="1900">
                <a:solidFill>
                  <a:srgbClr val="31B031"/>
                </a:solidFill>
                <a:latin typeface="Times New Roman" panose="02020603050405020304"/>
                <a:ea typeface="Times New Roman" panose="02020603050405020304"/>
                <a:cs typeface="Times New Roman" panose="02020603050405020304"/>
                <a:sym typeface="Times New Roman" panose="02020603050405020304"/>
              </a:rPr>
              <a:t>SINHGAD COLLEGE OF ENGINEERING, Pune-41 </a:t>
            </a:r>
            <a:endParaRPr sz="1900">
              <a:solidFill>
                <a:srgbClr val="31B03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ctr" rtl="0">
              <a:lnSpc>
                <a:spcPct val="100000"/>
              </a:lnSpc>
              <a:spcBef>
                <a:spcPts val="0"/>
              </a:spcBef>
              <a:spcAft>
                <a:spcPts val="0"/>
              </a:spcAft>
              <a:buSzPts val="3600"/>
              <a:buNone/>
            </a:pPr>
            <a:r>
              <a:rPr lang="en-GB" sz="1800">
                <a:solidFill>
                  <a:srgbClr val="31B031"/>
                </a:solidFill>
                <a:latin typeface="Times New Roman" panose="02020603050405020304"/>
                <a:ea typeface="Times New Roman" panose="02020603050405020304"/>
                <a:cs typeface="Times New Roman" panose="02020603050405020304"/>
                <a:sym typeface="Times New Roman" panose="02020603050405020304"/>
              </a:rPr>
              <a:t>Department of Information Technology</a:t>
            </a:r>
            <a:endParaRPr sz="1800">
              <a:solidFill>
                <a:srgbClr val="31B03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7" name="Google Shape;67;p1"/>
          <p:cNvSpPr txBox="1">
            <a:spLocks noGrp="1"/>
          </p:cNvSpPr>
          <p:nvPr>
            <p:ph type="body" idx="1"/>
          </p:nvPr>
        </p:nvSpPr>
        <p:spPr>
          <a:xfrm>
            <a:off x="311700" y="1362425"/>
            <a:ext cx="8520600" cy="35667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SzPts val="1800"/>
              <a:buNone/>
            </a:pPr>
            <a:r>
              <a:rPr lang="en-GB" sz="3100" b="1" dirty="0">
                <a:solidFill>
                  <a:srgbClr val="434343"/>
                </a:solidFill>
                <a:latin typeface="Times New Roman" panose="02020603050405020304"/>
                <a:ea typeface="Times New Roman" panose="02020603050405020304"/>
                <a:cs typeface="Times New Roman" panose="02020603050405020304"/>
                <a:sym typeface="Times New Roman" panose="02020603050405020304"/>
              </a:rPr>
              <a:t>Project Review - I</a:t>
            </a:r>
            <a:endParaRPr sz="3100" b="1" dirty="0">
              <a:solidFill>
                <a:srgbClr val="434343"/>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ctr" rtl="0">
              <a:lnSpc>
                <a:spcPct val="115000"/>
              </a:lnSpc>
              <a:spcBef>
                <a:spcPts val="0"/>
              </a:spcBef>
              <a:spcAft>
                <a:spcPts val="0"/>
              </a:spcAft>
              <a:buSzPts val="1800"/>
              <a:buNone/>
            </a:pPr>
            <a:endParaRPr sz="1900" dirty="0">
              <a:latin typeface="Times New Roman" panose="02020603050405020304"/>
              <a:ea typeface="Times New Roman" panose="02020603050405020304"/>
              <a:cs typeface="Times New Roman" panose="02020603050405020304"/>
              <a:sym typeface="Times New Roman" panose="02020603050405020304"/>
            </a:endParaRPr>
          </a:p>
          <a:p>
            <a:pPr marL="0" lvl="0" indent="0" algn="ctr" rtl="0">
              <a:lnSpc>
                <a:spcPct val="150000"/>
              </a:lnSpc>
              <a:spcBef>
                <a:spcPts val="0"/>
              </a:spcBef>
              <a:spcAft>
                <a:spcPts val="0"/>
              </a:spcAft>
              <a:buSzPts val="1800"/>
              <a:buNone/>
            </a:pPr>
            <a:r>
              <a:rPr lang="en-GB" sz="2200" dirty="0">
                <a:solidFill>
                  <a:srgbClr val="CC0000"/>
                </a:solidFill>
                <a:latin typeface="Times New Roman" panose="02020603050405020304"/>
                <a:ea typeface="Times New Roman" panose="02020603050405020304"/>
                <a:cs typeface="Times New Roman" panose="02020603050405020304"/>
                <a:sym typeface="Times New Roman" panose="02020603050405020304"/>
              </a:rPr>
              <a:t>Presented By</a:t>
            </a:r>
            <a:r>
              <a:rPr lang="en-GB" sz="2100" dirty="0">
                <a:solidFill>
                  <a:srgbClr val="CC0000"/>
                </a:solidFill>
                <a:latin typeface="Times New Roman" panose="02020603050405020304"/>
                <a:ea typeface="Times New Roman" panose="02020603050405020304"/>
                <a:cs typeface="Times New Roman" panose="02020603050405020304"/>
                <a:sym typeface="Times New Roman" panose="02020603050405020304"/>
              </a:rPr>
              <a:t> </a:t>
            </a:r>
            <a:endParaRPr sz="2100" dirty="0">
              <a:solidFill>
                <a:srgbClr val="CC0000"/>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ctr" rtl="0">
              <a:lnSpc>
                <a:spcPct val="115000"/>
              </a:lnSpc>
              <a:spcBef>
                <a:spcPts val="0"/>
              </a:spcBef>
              <a:spcAft>
                <a:spcPts val="0"/>
              </a:spcAft>
              <a:buSzPts val="1800"/>
              <a:buNone/>
            </a:pPr>
            <a:r>
              <a:rPr lang="en-US" b="1" dirty="0" smtClean="0">
                <a:solidFill>
                  <a:srgbClr val="434343"/>
                </a:solidFill>
                <a:latin typeface="Times New Roman" panose="02020603050405020304"/>
                <a:ea typeface="Times New Roman" panose="02020603050405020304"/>
                <a:cs typeface="Times New Roman" panose="02020603050405020304"/>
                <a:sym typeface="Times New Roman" panose="02020603050405020304"/>
              </a:rPr>
              <a:t>Asmita Nalawade</a:t>
            </a:r>
            <a:endParaRPr lang="en-US" b="1" dirty="0" smtClean="0">
              <a:solidFill>
                <a:srgbClr val="434343"/>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ctr" rtl="0">
              <a:lnSpc>
                <a:spcPct val="115000"/>
              </a:lnSpc>
              <a:spcBef>
                <a:spcPts val="0"/>
              </a:spcBef>
              <a:spcAft>
                <a:spcPts val="0"/>
              </a:spcAft>
              <a:buSzPts val="1800"/>
              <a:buNone/>
            </a:pPr>
            <a:r>
              <a:rPr lang="en-US" b="1" dirty="0" err="1" smtClean="0">
                <a:solidFill>
                  <a:srgbClr val="434343"/>
                </a:solidFill>
                <a:latin typeface="Times New Roman" panose="02020603050405020304"/>
                <a:ea typeface="Times New Roman" panose="02020603050405020304"/>
                <a:cs typeface="Times New Roman" panose="02020603050405020304"/>
                <a:sym typeface="Times New Roman" panose="02020603050405020304"/>
              </a:rPr>
              <a:t>Shraddha</a:t>
            </a:r>
            <a:r>
              <a:rPr lang="en-US" b="1" dirty="0" smtClean="0">
                <a:solidFill>
                  <a:srgbClr val="434343"/>
                </a:solidFill>
                <a:latin typeface="Times New Roman" panose="02020603050405020304"/>
                <a:ea typeface="Times New Roman" panose="02020603050405020304"/>
                <a:cs typeface="Times New Roman" panose="02020603050405020304"/>
                <a:sym typeface="Times New Roman" panose="02020603050405020304"/>
              </a:rPr>
              <a:t> </a:t>
            </a:r>
            <a:r>
              <a:rPr lang="en-US" b="1" dirty="0" err="1" smtClean="0">
                <a:solidFill>
                  <a:srgbClr val="434343"/>
                </a:solidFill>
                <a:latin typeface="Times New Roman" panose="02020603050405020304"/>
                <a:ea typeface="Times New Roman" panose="02020603050405020304"/>
                <a:cs typeface="Times New Roman" panose="02020603050405020304"/>
                <a:sym typeface="Times New Roman" panose="02020603050405020304"/>
              </a:rPr>
              <a:t>Agre</a:t>
            </a:r>
            <a:endParaRPr lang="en-US" b="1" dirty="0" smtClean="0">
              <a:solidFill>
                <a:srgbClr val="434343"/>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ctr" rtl="0">
              <a:lnSpc>
                <a:spcPct val="115000"/>
              </a:lnSpc>
              <a:spcBef>
                <a:spcPts val="0"/>
              </a:spcBef>
              <a:spcAft>
                <a:spcPts val="0"/>
              </a:spcAft>
              <a:buSzPts val="1800"/>
              <a:buNone/>
            </a:pPr>
            <a:r>
              <a:rPr lang="en-US" b="1" dirty="0" err="1" smtClean="0">
                <a:solidFill>
                  <a:srgbClr val="434343"/>
                </a:solidFill>
                <a:latin typeface="Times New Roman" panose="02020603050405020304"/>
                <a:ea typeface="Times New Roman" panose="02020603050405020304"/>
                <a:cs typeface="Times New Roman" panose="02020603050405020304"/>
                <a:sym typeface="Times New Roman" panose="02020603050405020304"/>
              </a:rPr>
              <a:t>Shubham</a:t>
            </a:r>
            <a:r>
              <a:rPr lang="en-US" b="1" dirty="0" smtClean="0">
                <a:solidFill>
                  <a:srgbClr val="434343"/>
                </a:solidFill>
                <a:latin typeface="Times New Roman" panose="02020603050405020304"/>
                <a:ea typeface="Times New Roman" panose="02020603050405020304"/>
                <a:cs typeface="Times New Roman" panose="02020603050405020304"/>
                <a:sym typeface="Times New Roman" panose="02020603050405020304"/>
              </a:rPr>
              <a:t> </a:t>
            </a:r>
            <a:r>
              <a:rPr lang="en-US" b="1" dirty="0" err="1" smtClean="0">
                <a:solidFill>
                  <a:srgbClr val="434343"/>
                </a:solidFill>
                <a:latin typeface="Times New Roman" panose="02020603050405020304"/>
                <a:ea typeface="Times New Roman" panose="02020603050405020304"/>
                <a:cs typeface="Times New Roman" panose="02020603050405020304"/>
                <a:sym typeface="Times New Roman" panose="02020603050405020304"/>
              </a:rPr>
              <a:t>Malpure</a:t>
            </a:r>
            <a:endParaRPr lang="en-US" b="1" dirty="0" smtClean="0">
              <a:solidFill>
                <a:srgbClr val="434343"/>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ctr" rtl="0">
              <a:lnSpc>
                <a:spcPct val="115000"/>
              </a:lnSpc>
              <a:spcBef>
                <a:spcPts val="0"/>
              </a:spcBef>
              <a:spcAft>
                <a:spcPts val="0"/>
              </a:spcAft>
              <a:buSzPts val="1800"/>
              <a:buNone/>
            </a:pPr>
            <a:r>
              <a:rPr lang="en-US" b="1" dirty="0" err="1" smtClean="0">
                <a:solidFill>
                  <a:srgbClr val="434343"/>
                </a:solidFill>
                <a:latin typeface="Times New Roman" panose="02020603050405020304"/>
                <a:ea typeface="Times New Roman" panose="02020603050405020304"/>
                <a:cs typeface="Times New Roman" panose="02020603050405020304"/>
                <a:sym typeface="Times New Roman" panose="02020603050405020304"/>
              </a:rPr>
              <a:t>Swapnil</a:t>
            </a:r>
            <a:r>
              <a:rPr lang="en-US" b="1" dirty="0" smtClean="0">
                <a:solidFill>
                  <a:srgbClr val="434343"/>
                </a:solidFill>
                <a:latin typeface="Times New Roman" panose="02020603050405020304"/>
                <a:ea typeface="Times New Roman" panose="02020603050405020304"/>
                <a:cs typeface="Times New Roman" panose="02020603050405020304"/>
                <a:sym typeface="Times New Roman" panose="02020603050405020304"/>
              </a:rPr>
              <a:t> </a:t>
            </a:r>
            <a:r>
              <a:rPr lang="en-US" b="1" dirty="0" err="1" smtClean="0">
                <a:solidFill>
                  <a:srgbClr val="434343"/>
                </a:solidFill>
                <a:latin typeface="Times New Roman" panose="02020603050405020304"/>
                <a:ea typeface="Times New Roman" panose="02020603050405020304"/>
                <a:cs typeface="Times New Roman" panose="02020603050405020304"/>
                <a:sym typeface="Times New Roman" panose="02020603050405020304"/>
              </a:rPr>
              <a:t>Bhalerao</a:t>
            </a:r>
            <a:endParaRPr b="1" dirty="0">
              <a:solidFill>
                <a:srgbClr val="434343"/>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ctr" rtl="0">
              <a:lnSpc>
                <a:spcPct val="115000"/>
              </a:lnSpc>
              <a:spcBef>
                <a:spcPts val="0"/>
              </a:spcBef>
              <a:spcAft>
                <a:spcPts val="0"/>
              </a:spcAft>
              <a:buSzPts val="1800"/>
              <a:buNone/>
            </a:pPr>
            <a:endParaRPr sz="1700" b="1" dirty="0">
              <a:solidFill>
                <a:srgbClr val="434343"/>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ctr" rtl="0">
              <a:lnSpc>
                <a:spcPct val="115000"/>
              </a:lnSpc>
              <a:spcBef>
                <a:spcPts val="0"/>
              </a:spcBef>
              <a:spcAft>
                <a:spcPts val="0"/>
              </a:spcAft>
              <a:buSzPts val="1800"/>
              <a:buNone/>
            </a:pPr>
            <a:r>
              <a:rPr lang="en-GB" sz="2100" dirty="0">
                <a:solidFill>
                  <a:srgbClr val="CC0000"/>
                </a:solidFill>
                <a:latin typeface="Times New Roman" panose="02020603050405020304"/>
                <a:ea typeface="Times New Roman" panose="02020603050405020304"/>
                <a:cs typeface="Times New Roman" panose="02020603050405020304"/>
                <a:sym typeface="Times New Roman" panose="02020603050405020304"/>
              </a:rPr>
              <a:t>Guided By</a:t>
            </a:r>
            <a:endParaRPr sz="2100" dirty="0">
              <a:solidFill>
                <a:srgbClr val="CC0000"/>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ctr" rtl="0">
              <a:lnSpc>
                <a:spcPct val="115000"/>
              </a:lnSpc>
              <a:spcBef>
                <a:spcPts val="0"/>
              </a:spcBef>
              <a:spcAft>
                <a:spcPts val="0"/>
              </a:spcAft>
              <a:buSzPts val="1800"/>
              <a:buNone/>
            </a:pPr>
            <a:r>
              <a:rPr lang="en-GB" sz="1900" b="1" dirty="0" smtClean="0">
                <a:latin typeface="Times New Roman" panose="02020603050405020304"/>
                <a:ea typeface="Times New Roman" panose="02020603050405020304"/>
                <a:cs typeface="Times New Roman" panose="02020603050405020304"/>
                <a:sym typeface="Times New Roman" panose="02020603050405020304"/>
              </a:rPr>
              <a:t>Prof.J.S.Kulkarni</a:t>
            </a:r>
            <a:endParaRPr sz="1900" b="1" dirty="0">
              <a:latin typeface="Times New Roman" panose="02020603050405020304"/>
              <a:ea typeface="Times New Roman" panose="02020603050405020304"/>
              <a:cs typeface="Times New Roman" panose="02020603050405020304"/>
              <a:sym typeface="Times New Roman" panose="02020603050405020304"/>
            </a:endParaRPr>
          </a:p>
          <a:p>
            <a:pPr marL="0" lvl="0" indent="0" algn="ctr" rtl="0">
              <a:lnSpc>
                <a:spcPct val="115000"/>
              </a:lnSpc>
              <a:spcBef>
                <a:spcPts val="0"/>
              </a:spcBef>
              <a:spcAft>
                <a:spcPts val="0"/>
              </a:spcAft>
              <a:buSzPts val="1800"/>
              <a:buNone/>
            </a:pPr>
            <a:endParaRPr sz="1700" dirty="0">
              <a:latin typeface="Times New Roman" panose="02020603050405020304"/>
              <a:ea typeface="Times New Roman" panose="02020603050405020304"/>
              <a:cs typeface="Times New Roman" panose="02020603050405020304"/>
              <a:sym typeface="Times New Roman" panose="02020603050405020304"/>
            </a:endParaRPr>
          </a:p>
        </p:txBody>
      </p:sp>
      <p:pic>
        <p:nvPicPr>
          <p:cNvPr id="68" name="Google Shape;68;p1"/>
          <p:cNvPicPr preferRelativeResize="0"/>
          <p:nvPr/>
        </p:nvPicPr>
        <p:blipFill rotWithShape="1">
          <a:blip r:embed="rId1"/>
          <a:srcRect/>
          <a:stretch>
            <a:fillRect/>
          </a:stretch>
        </p:blipFill>
        <p:spPr>
          <a:xfrm>
            <a:off x="74150" y="70425"/>
            <a:ext cx="1524000" cy="9906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2"/>
          <p:cNvSpPr txBox="1">
            <a:spLocks noGrp="1"/>
          </p:cNvSpPr>
          <p:nvPr>
            <p:ph type="title"/>
          </p:nvPr>
        </p:nvSpPr>
        <p:spPr>
          <a:xfrm>
            <a:off x="189225" y="261325"/>
            <a:ext cx="8520600" cy="733800"/>
          </a:xfrm>
          <a:prstGeom prst="rect">
            <a:avLst/>
          </a:prstGeom>
          <a:noFill/>
          <a:ln>
            <a:noFill/>
          </a:ln>
          <a:effectLst>
            <a:outerShdw blurRad="57150" dist="19050" dir="5400000" algn="bl" rotWithShape="0">
              <a:srgbClr val="000000">
                <a:alpha val="49411"/>
              </a:srgbClr>
            </a:outerShdw>
          </a:effectLst>
        </p:spPr>
        <p:txBody>
          <a:bodyPr spcFirstLastPara="1" wrap="square" lIns="91425" tIns="91425" rIns="1097275" bIns="91425" anchor="t" anchorCtr="0">
            <a:noAutofit/>
          </a:bodyPr>
          <a:lstStyle/>
          <a:p>
            <a:pPr marL="457200" lvl="0" indent="457200" algn="ctr" rtl="0">
              <a:lnSpc>
                <a:spcPct val="100000"/>
              </a:lnSpc>
              <a:spcBef>
                <a:spcPts val="0"/>
              </a:spcBef>
              <a:spcAft>
                <a:spcPts val="0"/>
              </a:spcAft>
              <a:buSzPts val="3600"/>
              <a:buNone/>
            </a:pPr>
            <a:r>
              <a:rPr lang="en-GB" sz="4500"/>
              <a:t> </a:t>
            </a:r>
            <a:r>
              <a:rPr lang="en-GB" sz="3200">
                <a:solidFill>
                  <a:srgbClr val="434343"/>
                </a:solidFill>
                <a:latin typeface="Times New Roman" panose="02020603050405020304"/>
                <a:ea typeface="Times New Roman" panose="02020603050405020304"/>
                <a:cs typeface="Times New Roman" panose="02020603050405020304"/>
                <a:sym typeface="Times New Roman" panose="02020603050405020304"/>
              </a:rPr>
              <a:t>Project Title</a:t>
            </a:r>
            <a:endParaRPr sz="3200">
              <a:solidFill>
                <a:srgbClr val="434343"/>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74" name="Google Shape;74;p2"/>
          <p:cNvSpPr txBox="1">
            <a:spLocks noGrp="1"/>
          </p:cNvSpPr>
          <p:nvPr>
            <p:ph type="body" idx="1"/>
          </p:nvPr>
        </p:nvSpPr>
        <p:spPr>
          <a:xfrm>
            <a:off x="311700" y="1582350"/>
            <a:ext cx="8520600" cy="2566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SzPts val="1800"/>
              <a:buNone/>
            </a:pPr>
            <a:r>
              <a:rPr lang="en-GB" sz="4100" b="1" dirty="0" smtClean="0">
                <a:solidFill>
                  <a:srgbClr val="E06666"/>
                </a:solidFill>
                <a:latin typeface="Times New Roman" panose="02020603050405020304"/>
                <a:ea typeface="Times New Roman" panose="02020603050405020304"/>
                <a:cs typeface="Times New Roman" panose="02020603050405020304"/>
                <a:sym typeface="Times New Roman" panose="02020603050405020304"/>
              </a:rPr>
              <a:t>Disease</a:t>
            </a:r>
            <a:r>
              <a:rPr lang="en-GB" sz="4100" b="1" dirty="0" smtClean="0">
                <a:solidFill>
                  <a:srgbClr val="E06666"/>
                </a:solidFill>
                <a:latin typeface="Times New Roman" panose="02020603050405020304"/>
                <a:ea typeface="Times New Roman" panose="02020603050405020304"/>
                <a:cs typeface="Times New Roman" panose="02020603050405020304"/>
                <a:sym typeface="Times New Roman" panose="02020603050405020304"/>
              </a:rPr>
              <a:t> </a:t>
            </a:r>
            <a:r>
              <a:rPr lang="en-GB" sz="4100" b="1" dirty="0">
                <a:solidFill>
                  <a:srgbClr val="E06666"/>
                </a:solidFill>
                <a:latin typeface="Times New Roman" panose="02020603050405020304"/>
                <a:ea typeface="Times New Roman" panose="02020603050405020304"/>
                <a:cs typeface="Times New Roman" panose="02020603050405020304"/>
                <a:sym typeface="Times New Roman" panose="02020603050405020304"/>
              </a:rPr>
              <a:t>Prediction </a:t>
            </a:r>
            <a:r>
              <a:rPr lang="en-GB" sz="4100" b="1" dirty="0" smtClean="0">
                <a:solidFill>
                  <a:srgbClr val="E06666"/>
                </a:solidFill>
                <a:latin typeface="Times New Roman" panose="02020603050405020304"/>
                <a:ea typeface="Times New Roman" panose="02020603050405020304"/>
                <a:cs typeface="Times New Roman" panose="02020603050405020304"/>
                <a:sym typeface="Times New Roman" panose="02020603050405020304"/>
              </a:rPr>
              <a:t>Using  </a:t>
            </a:r>
            <a:r>
              <a:rPr lang="en-GB" sz="4100" b="1" dirty="0">
                <a:solidFill>
                  <a:srgbClr val="E06666"/>
                </a:solidFill>
                <a:latin typeface="Times New Roman" panose="02020603050405020304"/>
                <a:ea typeface="Times New Roman" panose="02020603050405020304"/>
                <a:cs typeface="Times New Roman" panose="02020603050405020304"/>
                <a:sym typeface="Times New Roman" panose="02020603050405020304"/>
              </a:rPr>
              <a:t>ML</a:t>
            </a:r>
            <a:endParaRPr sz="2000" dirty="0">
              <a:solidFill>
                <a:srgbClr val="E06666"/>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3"/>
          <p:cNvSpPr txBox="1">
            <a:spLocks noGrp="1"/>
          </p:cNvSpPr>
          <p:nvPr>
            <p:ph type="title"/>
          </p:nvPr>
        </p:nvSpPr>
        <p:spPr>
          <a:xfrm>
            <a:off x="311700" y="445025"/>
            <a:ext cx="8520600" cy="707400"/>
          </a:xfrm>
          <a:prstGeom prst="rect">
            <a:avLst/>
          </a:prstGeom>
          <a:noFill/>
          <a:ln>
            <a:noFill/>
          </a:ln>
          <a:effectLst>
            <a:outerShdw blurRad="57150" dist="19050" dir="5400000" algn="bl" rotWithShape="0">
              <a:srgbClr val="000000">
                <a:alpha val="49019"/>
              </a:srgbClr>
            </a:outerShdw>
          </a:effectLst>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600"/>
              <a:buNone/>
            </a:pPr>
            <a:r>
              <a:rPr lang="en-GB">
                <a:solidFill>
                  <a:srgbClr val="434343"/>
                </a:solidFill>
                <a:latin typeface="Times New Roman" panose="02020603050405020304"/>
                <a:ea typeface="Times New Roman" panose="02020603050405020304"/>
                <a:cs typeface="Times New Roman" panose="02020603050405020304"/>
                <a:sym typeface="Times New Roman" panose="02020603050405020304"/>
              </a:rPr>
              <a:t>Problem Statement </a:t>
            </a:r>
            <a:endParaRPr>
              <a:solidFill>
                <a:srgbClr val="434343"/>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0" name="Google Shape;80;p3"/>
          <p:cNvSpPr txBox="1">
            <a:spLocks noGrp="1"/>
          </p:cNvSpPr>
          <p:nvPr>
            <p:ph type="body" idx="1"/>
          </p:nvPr>
        </p:nvSpPr>
        <p:spPr>
          <a:xfrm>
            <a:off x="311700" y="1266325"/>
            <a:ext cx="8520600" cy="37089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SzPts val="1800"/>
              <a:buNone/>
            </a:pPr>
            <a:r>
              <a:rPr lang="en-GB" sz="21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To develop and implement a model which </a:t>
            </a:r>
            <a:r>
              <a:rPr lang="en-GB" sz="2100" dirty="0" smtClean="0">
                <a:solidFill>
                  <a:srgbClr val="000000"/>
                </a:solidFill>
                <a:latin typeface="Times New Roman" panose="02020603050405020304"/>
                <a:ea typeface="Times New Roman" panose="02020603050405020304"/>
                <a:cs typeface="Times New Roman" panose="02020603050405020304"/>
                <a:sym typeface="Times New Roman" panose="02020603050405020304"/>
              </a:rPr>
              <a:t>takes symptoms as input. </a:t>
            </a:r>
            <a:r>
              <a:rPr lang="en-GB" sz="21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On the basis of that it predicts </a:t>
            </a:r>
            <a:r>
              <a:rPr lang="en-GB" sz="2100" dirty="0" smtClean="0">
                <a:solidFill>
                  <a:srgbClr val="000000"/>
                </a:solidFill>
                <a:latin typeface="Times New Roman" panose="02020603050405020304"/>
                <a:ea typeface="Times New Roman" panose="02020603050405020304"/>
                <a:cs typeface="Times New Roman" panose="02020603050405020304"/>
                <a:sym typeface="Times New Roman" panose="02020603050405020304"/>
              </a:rPr>
              <a:t>which disease the patie</a:t>
            </a:r>
            <a:r>
              <a:rPr lang="en-IN" altLang="en-GB" sz="2100" dirty="0" smtClean="0">
                <a:solidFill>
                  <a:srgbClr val="000000"/>
                </a:solidFill>
                <a:latin typeface="Times New Roman" panose="02020603050405020304"/>
                <a:ea typeface="Times New Roman" panose="02020603050405020304"/>
                <a:cs typeface="Times New Roman" panose="02020603050405020304"/>
                <a:sym typeface="Times New Roman" panose="02020603050405020304"/>
              </a:rPr>
              <a:t>n</a:t>
            </a:r>
            <a:r>
              <a:rPr lang="en-GB" sz="2100" dirty="0" smtClean="0">
                <a:solidFill>
                  <a:srgbClr val="000000"/>
                </a:solidFill>
                <a:latin typeface="Times New Roman" panose="02020603050405020304"/>
                <a:ea typeface="Times New Roman" panose="02020603050405020304"/>
                <a:cs typeface="Times New Roman" panose="02020603050405020304"/>
                <a:sym typeface="Times New Roman" panose="02020603050405020304"/>
              </a:rPr>
              <a:t>t is having.</a:t>
            </a:r>
            <a:endParaRPr sz="2100"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15000"/>
              </a:lnSpc>
              <a:spcBef>
                <a:spcPts val="0"/>
              </a:spcBef>
              <a:spcAft>
                <a:spcPts val="0"/>
              </a:spcAft>
              <a:buSzPts val="1800"/>
              <a:buNone/>
            </a:pPr>
            <a:endParaRPr dirty="0">
              <a:solidFill>
                <a:srgbClr val="666666"/>
              </a:solidFill>
            </a:endParaRPr>
          </a:p>
          <a:p>
            <a:pPr marL="457200" lvl="0" indent="-349250" algn="l" rtl="0">
              <a:lnSpc>
                <a:spcPct val="115000"/>
              </a:lnSpc>
              <a:spcBef>
                <a:spcPts val="0"/>
              </a:spcBef>
              <a:spcAft>
                <a:spcPts val="0"/>
              </a:spcAft>
              <a:buClr>
                <a:srgbClr val="000000"/>
              </a:buClr>
              <a:buSzPts val="1900"/>
              <a:buFont typeface="Times New Roman" panose="02020603050405020304"/>
              <a:buChar char="●"/>
            </a:pPr>
            <a:r>
              <a:rPr lang="en-GB" sz="1900" b="1" u="sng"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Input </a:t>
            </a:r>
            <a:r>
              <a:rPr lang="en-GB" sz="1900" b="1" u="sng"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a:t>
            </a:r>
            <a:endParaRPr sz="1900"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0" algn="l" rtl="0">
              <a:lnSpc>
                <a:spcPct val="115000"/>
              </a:lnSpc>
              <a:spcBef>
                <a:spcPts val="0"/>
              </a:spcBef>
              <a:spcAft>
                <a:spcPts val="0"/>
              </a:spcAft>
              <a:buSzPts val="1800"/>
              <a:buNone/>
            </a:pPr>
            <a:r>
              <a:rPr lang="en-GB" sz="19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Symptoms in the form of text.</a:t>
            </a:r>
            <a:endParaRPr sz="1900"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42900" algn="l" rtl="0">
              <a:lnSpc>
                <a:spcPct val="115000"/>
              </a:lnSpc>
              <a:spcBef>
                <a:spcPts val="0"/>
              </a:spcBef>
              <a:spcAft>
                <a:spcPts val="0"/>
              </a:spcAft>
              <a:buClr>
                <a:srgbClr val="000000"/>
              </a:buClr>
              <a:buSzPts val="1800"/>
              <a:buFont typeface="Times New Roman" panose="02020603050405020304"/>
              <a:buChar char="●"/>
            </a:pPr>
            <a:r>
              <a:rPr lang="en-GB" b="1" u="sng"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Output :</a:t>
            </a:r>
            <a:endParaRPr b="1" u="sng"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914400" lvl="0" indent="0" algn="l" rtl="0">
              <a:lnSpc>
                <a:spcPct val="115000"/>
              </a:lnSpc>
              <a:spcBef>
                <a:spcPts val="0"/>
              </a:spcBef>
              <a:spcAft>
                <a:spcPts val="0"/>
              </a:spcAft>
              <a:buSzPts val="1800"/>
              <a:buNone/>
            </a:pPr>
            <a:r>
              <a:rPr lang="en-GB" sz="19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Report in the form of dashboard .</a:t>
            </a:r>
            <a:endParaRPr sz="1900"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914400" lvl="0" indent="0" algn="l" rtl="0">
              <a:lnSpc>
                <a:spcPct val="115000"/>
              </a:lnSpc>
              <a:spcBef>
                <a:spcPts val="0"/>
              </a:spcBef>
              <a:spcAft>
                <a:spcPts val="0"/>
              </a:spcAft>
              <a:buSzPts val="1800"/>
              <a:buNone/>
            </a:pPr>
            <a:r>
              <a:rPr lang="en-GB" sz="19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Health Status of User. </a:t>
            </a:r>
            <a:endParaRPr sz="1900"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15000"/>
              </a:lnSpc>
              <a:spcBef>
                <a:spcPts val="0"/>
              </a:spcBef>
              <a:spcAft>
                <a:spcPts val="0"/>
              </a:spcAft>
              <a:buSzPts val="1800"/>
              <a:buNone/>
            </a:pPr>
            <a:endParaRPr dirty="0"/>
          </a:p>
          <a:p>
            <a:pPr marL="0" lvl="0" indent="0" algn="l" rtl="0">
              <a:lnSpc>
                <a:spcPct val="115000"/>
              </a:lnSpc>
              <a:spcBef>
                <a:spcPts val="0"/>
              </a:spcBef>
              <a:spcAft>
                <a:spcPts val="0"/>
              </a:spcAft>
              <a:buSzPts val="1800"/>
              <a:buNone/>
            </a:pPr>
            <a:endParaRPr dirty="0"/>
          </a:p>
          <a:p>
            <a:pPr marL="0" lvl="0" indent="0" algn="l" rtl="0">
              <a:lnSpc>
                <a:spcPct val="115000"/>
              </a:lnSpc>
              <a:spcBef>
                <a:spcPts val="0"/>
              </a:spcBef>
              <a:spcAft>
                <a:spcPts val="0"/>
              </a:spcAft>
              <a:buSzPts val="1800"/>
              <a:buNone/>
            </a:pPr>
            <a:endParaRPr dirty="0"/>
          </a:p>
          <a:p>
            <a:pPr marL="0" lvl="0" indent="0" algn="l" rtl="0">
              <a:lnSpc>
                <a:spcPct val="115000"/>
              </a:lnSpc>
              <a:spcBef>
                <a:spcPts val="0"/>
              </a:spcBef>
              <a:spcAft>
                <a:spcPts val="0"/>
              </a:spcAft>
              <a:buSzPts val="1800"/>
              <a:buNone/>
            </a:pP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4"/>
          <p:cNvSpPr txBox="1">
            <a:spLocks noGrp="1"/>
          </p:cNvSpPr>
          <p:nvPr>
            <p:ph type="title"/>
          </p:nvPr>
        </p:nvSpPr>
        <p:spPr>
          <a:xfrm>
            <a:off x="311700" y="445025"/>
            <a:ext cx="8520600" cy="707400"/>
          </a:xfrm>
          <a:prstGeom prst="rect">
            <a:avLst/>
          </a:prstGeom>
          <a:noFill/>
          <a:ln>
            <a:noFill/>
          </a:ln>
          <a:effectLst>
            <a:outerShdw blurRad="57150" dist="19050" dir="5400000" algn="bl" rotWithShape="0">
              <a:srgbClr val="000000">
                <a:alpha val="49411"/>
              </a:srgbClr>
            </a:outerShdw>
          </a:effectLst>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600"/>
              <a:buNone/>
            </a:pPr>
            <a:r>
              <a:rPr lang="en-GB">
                <a:solidFill>
                  <a:srgbClr val="434343"/>
                </a:solidFill>
                <a:latin typeface="Times New Roman" panose="02020603050405020304"/>
                <a:ea typeface="Times New Roman" panose="02020603050405020304"/>
                <a:cs typeface="Times New Roman" panose="02020603050405020304"/>
                <a:sym typeface="Times New Roman" panose="02020603050405020304"/>
              </a:rPr>
              <a:t>Motivation</a:t>
            </a:r>
            <a:endParaRPr>
              <a:solidFill>
                <a:srgbClr val="434343"/>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6" name="Google Shape;86;p4"/>
          <p:cNvSpPr txBox="1">
            <a:spLocks noGrp="1"/>
          </p:cNvSpPr>
          <p:nvPr>
            <p:ph type="body" idx="1"/>
          </p:nvPr>
        </p:nvSpPr>
        <p:spPr>
          <a:xfrm>
            <a:off x="311700" y="1266325"/>
            <a:ext cx="8520600" cy="3302700"/>
          </a:xfrm>
          <a:prstGeom prst="rect">
            <a:avLst/>
          </a:prstGeom>
          <a:noFill/>
          <a:ln>
            <a:noFill/>
          </a:ln>
        </p:spPr>
        <p:txBody>
          <a:bodyPr spcFirstLastPara="1" wrap="square" lIns="91425" tIns="91425" rIns="91425" bIns="91425" anchor="t" anchorCtr="0">
            <a:noAutofit/>
          </a:bodyPr>
          <a:lstStyle/>
          <a:p>
            <a:pPr marL="457200" lvl="0" indent="-361950" algn="just" rtl="0">
              <a:lnSpc>
                <a:spcPct val="150000"/>
              </a:lnSpc>
              <a:spcBef>
                <a:spcPts val="1600"/>
              </a:spcBef>
              <a:spcAft>
                <a:spcPts val="0"/>
              </a:spcAft>
              <a:buClr>
                <a:srgbClr val="000000"/>
              </a:buClr>
              <a:buSzPts val="2100"/>
              <a:buFont typeface="Times New Roman" panose="02020603050405020304"/>
              <a:buChar char="❖"/>
            </a:pPr>
            <a:r>
              <a:rPr lang="en-GB" sz="2100">
                <a:solidFill>
                  <a:srgbClr val="000000"/>
                </a:solidFill>
                <a:highlight>
                  <a:srgbClr val="FFFFFF"/>
                </a:highlight>
                <a:latin typeface="Times New Roman" panose="02020603050405020304"/>
                <a:ea typeface="Times New Roman" panose="02020603050405020304"/>
                <a:cs typeface="Times New Roman" panose="02020603050405020304"/>
                <a:sym typeface="Times New Roman" panose="02020603050405020304"/>
              </a:rPr>
              <a:t>The COVID-19 has a high growth rate with incomplete knowledge about the transmission of virus.</a:t>
            </a:r>
            <a:endParaRPr sz="2100">
              <a:solidFill>
                <a:srgbClr val="000000"/>
              </a:solidFill>
              <a:highlight>
                <a:srgbClr val="FFFFFF"/>
              </a:highlight>
              <a:latin typeface="Times New Roman" panose="02020603050405020304"/>
              <a:ea typeface="Times New Roman" panose="02020603050405020304"/>
              <a:cs typeface="Times New Roman" panose="02020603050405020304"/>
              <a:sym typeface="Times New Roman" panose="02020603050405020304"/>
            </a:endParaRPr>
          </a:p>
          <a:p>
            <a:pPr marL="457200" lvl="0" indent="-361950" algn="just" rtl="0">
              <a:lnSpc>
                <a:spcPct val="150000"/>
              </a:lnSpc>
              <a:spcBef>
                <a:spcPts val="0"/>
              </a:spcBef>
              <a:spcAft>
                <a:spcPts val="0"/>
              </a:spcAft>
              <a:buClr>
                <a:srgbClr val="000000"/>
              </a:buClr>
              <a:buSzPts val="2100"/>
              <a:buFont typeface="Times New Roman" panose="02020603050405020304"/>
              <a:buChar char="❖"/>
            </a:pPr>
            <a:r>
              <a:rPr lang="en-GB" sz="2100">
                <a:solidFill>
                  <a:srgbClr val="000000"/>
                </a:solidFill>
                <a:highlight>
                  <a:srgbClr val="FFFFFF"/>
                </a:highlight>
                <a:latin typeface="Times New Roman" panose="02020603050405020304"/>
                <a:ea typeface="Times New Roman" panose="02020603050405020304"/>
                <a:cs typeface="Times New Roman" panose="02020603050405020304"/>
                <a:sym typeface="Times New Roman" panose="02020603050405020304"/>
              </a:rPr>
              <a:t>The patient may be symptomatic or asymptomatic.</a:t>
            </a:r>
            <a:endParaRPr sz="2100">
              <a:solidFill>
                <a:srgbClr val="000000"/>
              </a:solidFill>
              <a:highlight>
                <a:srgbClr val="FFFFFF"/>
              </a:highlight>
              <a:latin typeface="Times New Roman" panose="02020603050405020304"/>
              <a:ea typeface="Times New Roman" panose="02020603050405020304"/>
              <a:cs typeface="Times New Roman" panose="02020603050405020304"/>
              <a:sym typeface="Times New Roman" panose="02020603050405020304"/>
            </a:endParaRPr>
          </a:p>
          <a:p>
            <a:pPr marL="457200" lvl="0" indent="-361950" algn="just" rtl="0">
              <a:lnSpc>
                <a:spcPct val="150000"/>
              </a:lnSpc>
              <a:spcBef>
                <a:spcPts val="0"/>
              </a:spcBef>
              <a:spcAft>
                <a:spcPts val="0"/>
              </a:spcAft>
              <a:buClr>
                <a:srgbClr val="000000"/>
              </a:buClr>
              <a:buSzPts val="2100"/>
              <a:buFont typeface="Times New Roman" panose="02020603050405020304"/>
              <a:buChar char="❖"/>
            </a:pPr>
            <a:r>
              <a:rPr lang="en-GB" sz="2100">
                <a:solidFill>
                  <a:srgbClr val="000000"/>
                </a:solidFill>
                <a:highlight>
                  <a:srgbClr val="FFFFFF"/>
                </a:highlight>
                <a:latin typeface="Times New Roman" panose="02020603050405020304"/>
                <a:ea typeface="Times New Roman" panose="02020603050405020304"/>
                <a:cs typeface="Times New Roman" panose="02020603050405020304"/>
                <a:sym typeface="Times New Roman" panose="02020603050405020304"/>
              </a:rPr>
              <a:t>Due to this if the virus is not detected early it may spread widely. </a:t>
            </a:r>
            <a:endParaRPr sz="2100">
              <a:solidFill>
                <a:srgbClr val="000000"/>
              </a:solidFill>
              <a:highlight>
                <a:srgbClr val="FFFFFF"/>
              </a:highlight>
              <a:latin typeface="Times New Roman" panose="02020603050405020304"/>
              <a:ea typeface="Times New Roman" panose="02020603050405020304"/>
              <a:cs typeface="Times New Roman" panose="02020603050405020304"/>
              <a:sym typeface="Times New Roman" panose="02020603050405020304"/>
            </a:endParaRPr>
          </a:p>
          <a:p>
            <a:pPr marL="457200" lvl="0" indent="-361950" algn="just" rtl="0">
              <a:lnSpc>
                <a:spcPct val="150000"/>
              </a:lnSpc>
              <a:spcBef>
                <a:spcPts val="0"/>
              </a:spcBef>
              <a:spcAft>
                <a:spcPts val="0"/>
              </a:spcAft>
              <a:buClr>
                <a:srgbClr val="000000"/>
              </a:buClr>
              <a:buSzPts val="2100"/>
              <a:buFont typeface="Times New Roman" panose="02020603050405020304"/>
              <a:buChar char="❖"/>
            </a:pPr>
            <a:r>
              <a:rPr lang="en-GB" sz="2100">
                <a:solidFill>
                  <a:srgbClr val="000000"/>
                </a:solidFill>
                <a:highlight>
                  <a:srgbClr val="FFFFFF"/>
                </a:highlight>
                <a:latin typeface="Times New Roman" panose="02020603050405020304"/>
                <a:ea typeface="Times New Roman" panose="02020603050405020304"/>
                <a:cs typeface="Times New Roman" panose="02020603050405020304"/>
                <a:sym typeface="Times New Roman" panose="02020603050405020304"/>
              </a:rPr>
              <a:t>So, we've came with a solution where we're using a AI based model using Image Captioning  and ML for progressive detection of COVID-19 cases</a:t>
            </a:r>
            <a:endParaRPr sz="2100">
              <a:solidFill>
                <a:srgbClr val="000000"/>
              </a:solidFill>
              <a:highlight>
                <a:srgbClr val="FFFFFF"/>
              </a:highlight>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5"/>
          <p:cNvSpPr txBox="1">
            <a:spLocks noGrp="1"/>
          </p:cNvSpPr>
          <p:nvPr>
            <p:ph type="title"/>
          </p:nvPr>
        </p:nvSpPr>
        <p:spPr>
          <a:xfrm>
            <a:off x="311700" y="445025"/>
            <a:ext cx="8520600" cy="707400"/>
          </a:xfrm>
          <a:prstGeom prst="rect">
            <a:avLst/>
          </a:prstGeom>
          <a:noFill/>
          <a:ln>
            <a:noFill/>
          </a:ln>
          <a:effectLst>
            <a:outerShdw blurRad="57150" dist="19050" dir="5400000" algn="bl" rotWithShape="0">
              <a:srgbClr val="000000">
                <a:alpha val="49411"/>
              </a:srgbClr>
            </a:outerShdw>
          </a:effectLst>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600"/>
              <a:buNone/>
            </a:pPr>
            <a:r>
              <a:rPr lang="en-GB">
                <a:solidFill>
                  <a:srgbClr val="434343"/>
                </a:solidFill>
                <a:latin typeface="Times New Roman" panose="02020603050405020304"/>
                <a:ea typeface="Times New Roman" panose="02020603050405020304"/>
                <a:cs typeface="Times New Roman" panose="02020603050405020304"/>
                <a:sym typeface="Times New Roman" panose="02020603050405020304"/>
              </a:rPr>
              <a:t>Purpose</a:t>
            </a:r>
            <a:endParaRPr>
              <a:solidFill>
                <a:srgbClr val="434343"/>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92" name="Google Shape;92;p5"/>
          <p:cNvSpPr txBox="1">
            <a:spLocks noGrp="1"/>
          </p:cNvSpPr>
          <p:nvPr>
            <p:ph type="body" idx="1"/>
          </p:nvPr>
        </p:nvSpPr>
        <p:spPr>
          <a:xfrm>
            <a:off x="311700" y="1266325"/>
            <a:ext cx="8520600" cy="3302700"/>
          </a:xfrm>
          <a:prstGeom prst="rect">
            <a:avLst/>
          </a:prstGeom>
          <a:noFill/>
          <a:ln>
            <a:noFill/>
          </a:ln>
        </p:spPr>
        <p:txBody>
          <a:bodyPr spcFirstLastPara="1" wrap="square" lIns="91425" tIns="91425" rIns="91425" bIns="91425" anchor="t" anchorCtr="0">
            <a:noAutofit/>
          </a:bodyPr>
          <a:lstStyle/>
          <a:p>
            <a:pPr marL="457200" lvl="0" indent="-361950" algn="just" rtl="0">
              <a:lnSpc>
                <a:spcPct val="150000"/>
              </a:lnSpc>
              <a:spcBef>
                <a:spcPts val="0"/>
              </a:spcBef>
              <a:spcAft>
                <a:spcPts val="0"/>
              </a:spcAft>
              <a:buClr>
                <a:srgbClr val="000000"/>
              </a:buClr>
              <a:buSzPts val="2100"/>
              <a:buFont typeface="Times New Roman" panose="02020603050405020304"/>
              <a:buChar char="❏"/>
            </a:pPr>
            <a:r>
              <a:rPr lang="en-GB" sz="2100">
                <a:solidFill>
                  <a:srgbClr val="000000"/>
                </a:solidFill>
                <a:latin typeface="Times New Roman" panose="02020603050405020304"/>
                <a:ea typeface="Times New Roman" panose="02020603050405020304"/>
                <a:cs typeface="Times New Roman" panose="02020603050405020304"/>
                <a:sym typeface="Times New Roman" panose="02020603050405020304"/>
              </a:rPr>
              <a:t>Need to get accurate insights from image so that it can be used for any specified purpose. </a:t>
            </a:r>
            <a:endParaRPr sz="21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61950" algn="just" rtl="0">
              <a:lnSpc>
                <a:spcPct val="150000"/>
              </a:lnSpc>
              <a:spcBef>
                <a:spcPts val="0"/>
              </a:spcBef>
              <a:spcAft>
                <a:spcPts val="0"/>
              </a:spcAft>
              <a:buClr>
                <a:srgbClr val="000000"/>
              </a:buClr>
              <a:buSzPts val="2100"/>
              <a:buFont typeface="Times New Roman" panose="02020603050405020304"/>
              <a:buChar char="❏"/>
            </a:pPr>
            <a:r>
              <a:rPr lang="en-GB" sz="2100">
                <a:solidFill>
                  <a:srgbClr val="000000"/>
                </a:solidFill>
                <a:latin typeface="Times New Roman" panose="02020603050405020304"/>
                <a:ea typeface="Times New Roman" panose="02020603050405020304"/>
                <a:cs typeface="Times New Roman" panose="02020603050405020304"/>
                <a:sym typeface="Times New Roman" panose="02020603050405020304"/>
              </a:rPr>
              <a:t>There is need for accurate &amp; rapid detection of COVID cases in order to control virus spread.</a:t>
            </a:r>
            <a:endParaRPr sz="21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61950" algn="just" rtl="0">
              <a:lnSpc>
                <a:spcPct val="150000"/>
              </a:lnSpc>
              <a:spcBef>
                <a:spcPts val="0"/>
              </a:spcBef>
              <a:spcAft>
                <a:spcPts val="0"/>
              </a:spcAft>
              <a:buClr>
                <a:srgbClr val="000000"/>
              </a:buClr>
              <a:buSzPts val="2100"/>
              <a:buFont typeface="Times New Roman" panose="02020603050405020304"/>
              <a:buChar char="❏"/>
            </a:pPr>
            <a:r>
              <a:rPr lang="en-GB" sz="2100">
                <a:solidFill>
                  <a:srgbClr val="000000"/>
                </a:solidFill>
                <a:latin typeface="Times New Roman" panose="02020603050405020304"/>
                <a:ea typeface="Times New Roman" panose="02020603050405020304"/>
                <a:cs typeface="Times New Roman" panose="02020603050405020304"/>
                <a:sym typeface="Times New Roman" panose="02020603050405020304"/>
              </a:rPr>
              <a:t>The existing RT-PCR tests are only  50% efficient with significant False negatives and False positives.</a:t>
            </a:r>
            <a:endParaRPr sz="21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61950" algn="just" rtl="0">
              <a:lnSpc>
                <a:spcPct val="150000"/>
              </a:lnSpc>
              <a:spcBef>
                <a:spcPts val="0"/>
              </a:spcBef>
              <a:spcAft>
                <a:spcPts val="0"/>
              </a:spcAft>
              <a:buClr>
                <a:srgbClr val="000000"/>
              </a:buClr>
              <a:buSzPts val="2100"/>
              <a:buFont typeface="Times New Roman" panose="02020603050405020304"/>
              <a:buChar char="❏"/>
            </a:pPr>
            <a:r>
              <a:rPr lang="en-GB" sz="2100">
                <a:solidFill>
                  <a:srgbClr val="000000"/>
                </a:solidFill>
                <a:latin typeface="Times New Roman" panose="02020603050405020304"/>
                <a:ea typeface="Times New Roman" panose="02020603050405020304"/>
                <a:cs typeface="Times New Roman" panose="02020603050405020304"/>
                <a:sym typeface="Times New Roman" panose="02020603050405020304"/>
              </a:rPr>
              <a:t>So AI Based system is required to detect covid cases </a:t>
            </a:r>
            <a:endParaRPr sz="210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6"/>
          <p:cNvSpPr txBox="1">
            <a:spLocks noGrp="1"/>
          </p:cNvSpPr>
          <p:nvPr>
            <p:ph type="title"/>
          </p:nvPr>
        </p:nvSpPr>
        <p:spPr>
          <a:xfrm>
            <a:off x="311700" y="445025"/>
            <a:ext cx="8520600" cy="707400"/>
          </a:xfrm>
          <a:prstGeom prst="rect">
            <a:avLst/>
          </a:prstGeom>
          <a:noFill/>
          <a:ln>
            <a:noFill/>
          </a:ln>
          <a:effectLst>
            <a:outerShdw blurRad="57150" dist="19050" dir="5400000" algn="bl" rotWithShape="0">
              <a:srgbClr val="000000">
                <a:alpha val="49019"/>
              </a:srgbClr>
            </a:outerShdw>
          </a:effectLst>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600"/>
              <a:buNone/>
            </a:pPr>
            <a:r>
              <a:rPr lang="en-GB">
                <a:solidFill>
                  <a:srgbClr val="434343"/>
                </a:solidFill>
                <a:latin typeface="Times New Roman" panose="02020603050405020304"/>
                <a:ea typeface="Times New Roman" panose="02020603050405020304"/>
                <a:cs typeface="Times New Roman" panose="02020603050405020304"/>
                <a:sym typeface="Times New Roman" panose="02020603050405020304"/>
              </a:rPr>
              <a:t>Scope</a:t>
            </a:r>
            <a:endParaRPr>
              <a:solidFill>
                <a:srgbClr val="434343"/>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98" name="Google Shape;98;p6"/>
          <p:cNvSpPr txBox="1">
            <a:spLocks noGrp="1"/>
          </p:cNvSpPr>
          <p:nvPr>
            <p:ph type="body" idx="1"/>
          </p:nvPr>
        </p:nvSpPr>
        <p:spPr>
          <a:xfrm>
            <a:off x="311700" y="1266325"/>
            <a:ext cx="8520600" cy="3302700"/>
          </a:xfrm>
          <a:prstGeom prst="rect">
            <a:avLst/>
          </a:prstGeom>
          <a:noFill/>
          <a:ln>
            <a:noFill/>
          </a:ln>
        </p:spPr>
        <p:txBody>
          <a:bodyPr spcFirstLastPara="1" wrap="square" lIns="91425" tIns="91425" rIns="91425" bIns="91425" anchor="t" anchorCtr="0">
            <a:noAutofit/>
          </a:bodyPr>
          <a:lstStyle/>
          <a:p>
            <a:pPr marL="457200" lvl="0" indent="-374650" algn="just" rtl="0">
              <a:lnSpc>
                <a:spcPct val="150000"/>
              </a:lnSpc>
              <a:spcBef>
                <a:spcPts val="0"/>
              </a:spcBef>
              <a:spcAft>
                <a:spcPts val="0"/>
              </a:spcAft>
              <a:buClr>
                <a:srgbClr val="000000"/>
              </a:buClr>
              <a:buSzPts val="2300"/>
              <a:buFont typeface="Times New Roman" panose="02020603050405020304"/>
              <a:buChar char="➢"/>
            </a:pPr>
            <a:r>
              <a:rPr lang="en-GB" sz="23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Model used to generate accurate prediction of </a:t>
            </a:r>
            <a:r>
              <a:rPr lang="en-GB" sz="2300" dirty="0" smtClean="0">
                <a:solidFill>
                  <a:srgbClr val="000000"/>
                </a:solidFill>
                <a:latin typeface="Times New Roman" panose="02020603050405020304"/>
                <a:ea typeface="Times New Roman" panose="02020603050405020304"/>
                <a:cs typeface="Times New Roman" panose="02020603050405020304"/>
                <a:sym typeface="Times New Roman" panose="02020603050405020304"/>
              </a:rPr>
              <a:t>disease.</a:t>
            </a:r>
            <a:endParaRPr lang="en-GB" sz="2300" dirty="0" smtClean="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74650" algn="just" rtl="0">
              <a:lnSpc>
                <a:spcPct val="150000"/>
              </a:lnSpc>
              <a:spcBef>
                <a:spcPts val="0"/>
              </a:spcBef>
              <a:spcAft>
                <a:spcPts val="0"/>
              </a:spcAft>
              <a:buClr>
                <a:srgbClr val="000000"/>
              </a:buClr>
              <a:buSzPts val="2300"/>
              <a:buFont typeface="Times New Roman" panose="02020603050405020304"/>
              <a:buChar char="➢"/>
            </a:pPr>
            <a:r>
              <a:rPr sz="2300" dirty="0" smtClean="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GB" sz="2300" dirty="0" smtClean="0">
                <a:solidFill>
                  <a:srgbClr val="000000"/>
                </a:solidFill>
                <a:latin typeface="Times New Roman" panose="02020603050405020304"/>
                <a:ea typeface="Times New Roman" panose="02020603050405020304"/>
                <a:cs typeface="Times New Roman" panose="02020603050405020304"/>
                <a:sym typeface="Times New Roman" panose="02020603050405020304"/>
              </a:rPr>
              <a:t>Responsive </a:t>
            </a:r>
            <a:r>
              <a:rPr lang="en-GB" sz="23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test field to take symptoms from user</a:t>
            </a:r>
            <a:endParaRPr sz="2300"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74650" algn="just" rtl="0">
              <a:lnSpc>
                <a:spcPct val="150000"/>
              </a:lnSpc>
              <a:spcBef>
                <a:spcPts val="0"/>
              </a:spcBef>
              <a:spcAft>
                <a:spcPts val="0"/>
              </a:spcAft>
              <a:buClr>
                <a:srgbClr val="000000"/>
              </a:buClr>
              <a:buSzPts val="2300"/>
              <a:buFont typeface="Times New Roman" panose="02020603050405020304"/>
              <a:buChar char="➢"/>
            </a:pPr>
            <a:r>
              <a:rPr lang="en-GB" sz="23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An informative dashboard to get proper status of user health.</a:t>
            </a:r>
            <a:endParaRPr sz="2300"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15000"/>
              </a:lnSpc>
              <a:spcBef>
                <a:spcPts val="0"/>
              </a:spcBef>
              <a:spcAft>
                <a:spcPts val="0"/>
              </a:spcAft>
              <a:buSzPts val="1800"/>
              <a:buNone/>
            </a:pPr>
            <a:endParaRPr sz="2100" dirty="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7"/>
          <p:cNvSpPr txBox="1">
            <a:spLocks noGrp="1"/>
          </p:cNvSpPr>
          <p:nvPr>
            <p:ph type="title"/>
          </p:nvPr>
        </p:nvSpPr>
        <p:spPr>
          <a:xfrm>
            <a:off x="311700" y="445025"/>
            <a:ext cx="8520600" cy="707400"/>
          </a:xfrm>
          <a:prstGeom prst="rect">
            <a:avLst/>
          </a:prstGeom>
          <a:noFill/>
          <a:ln>
            <a:noFill/>
          </a:ln>
          <a:effectLst>
            <a:outerShdw blurRad="57150" dist="19050" dir="5400000" algn="bl" rotWithShape="0">
              <a:srgbClr val="000000">
                <a:alpha val="49019"/>
              </a:srgbClr>
            </a:outerShdw>
          </a:effectLst>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600"/>
              <a:buNone/>
            </a:pPr>
            <a:r>
              <a:rPr lang="en-GB">
                <a:solidFill>
                  <a:srgbClr val="434343"/>
                </a:solidFill>
                <a:latin typeface="Times New Roman" panose="02020603050405020304"/>
                <a:ea typeface="Times New Roman" panose="02020603050405020304"/>
                <a:cs typeface="Times New Roman" panose="02020603050405020304"/>
                <a:sym typeface="Times New Roman" panose="02020603050405020304"/>
              </a:rPr>
              <a:t>Objectives</a:t>
            </a:r>
            <a:endParaRPr>
              <a:solidFill>
                <a:srgbClr val="434343"/>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4" name="Google Shape;104;p7"/>
          <p:cNvSpPr txBox="1">
            <a:spLocks noGrp="1"/>
          </p:cNvSpPr>
          <p:nvPr>
            <p:ph type="body" idx="1"/>
          </p:nvPr>
        </p:nvSpPr>
        <p:spPr>
          <a:xfrm>
            <a:off x="311700" y="1266325"/>
            <a:ext cx="8520600" cy="3302700"/>
          </a:xfrm>
          <a:prstGeom prst="rect">
            <a:avLst/>
          </a:prstGeom>
          <a:noFill/>
          <a:ln>
            <a:noFill/>
          </a:ln>
        </p:spPr>
        <p:txBody>
          <a:bodyPr spcFirstLastPara="1" wrap="square" lIns="91425" tIns="91425" rIns="91425" bIns="91425" anchor="t" anchorCtr="0">
            <a:noAutofit/>
          </a:bodyPr>
          <a:lstStyle/>
          <a:p>
            <a:pPr marL="457200" lvl="0" indent="-361950" algn="just" rtl="0">
              <a:lnSpc>
                <a:spcPct val="150000"/>
              </a:lnSpc>
              <a:spcBef>
                <a:spcPts val="0"/>
              </a:spcBef>
              <a:spcAft>
                <a:spcPts val="0"/>
              </a:spcAft>
              <a:buClr>
                <a:srgbClr val="000000"/>
              </a:buClr>
              <a:buSzPts val="2100"/>
              <a:buFont typeface="Times New Roman" panose="02020603050405020304"/>
              <a:buChar char="●"/>
            </a:pPr>
            <a:r>
              <a:rPr lang="en-GB" sz="21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To </a:t>
            </a:r>
            <a:r>
              <a:rPr lang="en-GB" sz="2100" dirty="0" smtClean="0">
                <a:solidFill>
                  <a:srgbClr val="000000"/>
                </a:solidFill>
                <a:latin typeface="Times New Roman" panose="02020603050405020304"/>
                <a:ea typeface="Times New Roman" panose="02020603050405020304"/>
                <a:cs typeface="Times New Roman" panose="02020603050405020304"/>
                <a:sym typeface="Times New Roman" panose="02020603050405020304"/>
              </a:rPr>
              <a:t>implement</a:t>
            </a:r>
            <a:r>
              <a:rPr lang="en-GB" sz="2100" dirty="0" smtClean="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GB" sz="21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ML based Algorithm to </a:t>
            </a:r>
            <a:r>
              <a:rPr lang="en-GB" sz="2100" dirty="0" smtClean="0">
                <a:solidFill>
                  <a:srgbClr val="000000"/>
                </a:solidFill>
                <a:latin typeface="Times New Roman" panose="02020603050405020304"/>
                <a:ea typeface="Times New Roman" panose="02020603050405020304"/>
                <a:cs typeface="Times New Roman" panose="02020603050405020304"/>
                <a:sym typeface="Times New Roman" panose="02020603050405020304"/>
              </a:rPr>
              <a:t>detect accurate disease based on symptoms.</a:t>
            </a:r>
            <a:endParaRPr sz="2100"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61950" algn="just" rtl="0">
              <a:lnSpc>
                <a:spcPct val="150000"/>
              </a:lnSpc>
              <a:spcBef>
                <a:spcPts val="0"/>
              </a:spcBef>
              <a:spcAft>
                <a:spcPts val="0"/>
              </a:spcAft>
              <a:buClr>
                <a:srgbClr val="000000"/>
              </a:buClr>
              <a:buSzPts val="2100"/>
              <a:buFont typeface="Times New Roman" panose="02020603050405020304"/>
              <a:buChar char="●"/>
            </a:pPr>
            <a:r>
              <a:rPr lang="en-GB" sz="21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To Predict </a:t>
            </a:r>
            <a:r>
              <a:rPr lang="en-GB" sz="2100" dirty="0" smtClean="0">
                <a:solidFill>
                  <a:srgbClr val="000000"/>
                </a:solidFill>
                <a:latin typeface="Times New Roman" panose="02020603050405020304"/>
                <a:ea typeface="Times New Roman" panose="02020603050405020304"/>
                <a:cs typeface="Times New Roman" panose="02020603050405020304"/>
                <a:sym typeface="Times New Roman" panose="02020603050405020304"/>
              </a:rPr>
              <a:t>disease</a:t>
            </a:r>
            <a:r>
              <a:rPr lang="en-GB" sz="2100" dirty="0" smtClean="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GB" sz="21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using symptoms (Data Mining).</a:t>
            </a:r>
            <a:endParaRPr sz="2100"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61950" algn="just" rtl="0">
              <a:lnSpc>
                <a:spcPct val="115000"/>
              </a:lnSpc>
              <a:spcBef>
                <a:spcPts val="0"/>
              </a:spcBef>
              <a:spcAft>
                <a:spcPts val="0"/>
              </a:spcAft>
              <a:buClr>
                <a:srgbClr val="000000"/>
              </a:buClr>
              <a:buSzPts val="2100"/>
              <a:buFont typeface="Times New Roman" panose="02020603050405020304"/>
              <a:buChar char="●"/>
            </a:pPr>
            <a:r>
              <a:rPr lang="en-GB" sz="21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To generate detailed dashboard of user disease status</a:t>
            </a:r>
            <a:endParaRPr sz="2100"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61950" algn="just" rtl="0">
              <a:lnSpc>
                <a:spcPct val="150000"/>
              </a:lnSpc>
              <a:spcBef>
                <a:spcPts val="0"/>
              </a:spcBef>
              <a:spcAft>
                <a:spcPts val="0"/>
              </a:spcAft>
              <a:buClr>
                <a:srgbClr val="000000"/>
              </a:buClr>
              <a:buSzPts val="2100"/>
              <a:buFont typeface="Times New Roman" panose="02020603050405020304"/>
              <a:buChar char="●"/>
            </a:pPr>
            <a:r>
              <a:rPr lang="en-GB" sz="21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To Design web app for above system.</a:t>
            </a:r>
            <a:endParaRPr sz="2100"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150000"/>
              </a:lnSpc>
              <a:spcBef>
                <a:spcPts val="0"/>
              </a:spcBef>
              <a:spcAft>
                <a:spcPts val="0"/>
              </a:spcAft>
              <a:buSzPts val="1800"/>
              <a:buNone/>
            </a:pPr>
            <a:endParaRPr sz="2100"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15000"/>
              </a:lnSpc>
              <a:spcBef>
                <a:spcPts val="0"/>
              </a:spcBef>
              <a:spcAft>
                <a:spcPts val="0"/>
              </a:spcAft>
              <a:buSzPts val="1800"/>
              <a:buNone/>
            </a:pPr>
            <a:endParaRPr sz="2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8"/>
          <p:cNvSpPr txBox="1">
            <a:spLocks noGrp="1"/>
          </p:cNvSpPr>
          <p:nvPr>
            <p:ph type="title"/>
          </p:nvPr>
        </p:nvSpPr>
        <p:spPr>
          <a:xfrm>
            <a:off x="311700" y="138875"/>
            <a:ext cx="8520600" cy="707400"/>
          </a:xfrm>
          <a:prstGeom prst="rect">
            <a:avLst/>
          </a:prstGeom>
          <a:noFill/>
          <a:ln>
            <a:noFill/>
          </a:ln>
          <a:effectLst>
            <a:outerShdw blurRad="57150" dist="19050" dir="5400000" algn="bl" rotWithShape="0">
              <a:srgbClr val="000000">
                <a:alpha val="49411"/>
              </a:srgbClr>
            </a:outerShdw>
          </a:effectLst>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600"/>
              <a:buNone/>
            </a:pPr>
            <a:r>
              <a:rPr lang="en-GB">
                <a:solidFill>
                  <a:srgbClr val="434343"/>
                </a:solidFill>
                <a:latin typeface="Times New Roman" panose="02020603050405020304"/>
                <a:ea typeface="Times New Roman" panose="02020603050405020304"/>
                <a:cs typeface="Times New Roman" panose="02020603050405020304"/>
                <a:sym typeface="Times New Roman" panose="02020603050405020304"/>
              </a:rPr>
              <a:t>Introduction of the Project </a:t>
            </a:r>
            <a:endParaRPr>
              <a:solidFill>
                <a:srgbClr val="434343"/>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10" name="Google Shape;110;p8"/>
          <p:cNvSpPr txBox="1">
            <a:spLocks noGrp="1"/>
          </p:cNvSpPr>
          <p:nvPr>
            <p:ph type="body" idx="1"/>
          </p:nvPr>
        </p:nvSpPr>
        <p:spPr>
          <a:xfrm>
            <a:off x="222000" y="1152425"/>
            <a:ext cx="8700000" cy="3444300"/>
          </a:xfrm>
          <a:prstGeom prst="rect">
            <a:avLst/>
          </a:prstGeom>
          <a:noFill/>
          <a:ln>
            <a:noFill/>
          </a:ln>
        </p:spPr>
        <p:txBody>
          <a:bodyPr spcFirstLastPara="1" wrap="square" lIns="91425" tIns="91425" rIns="91425" bIns="91425" anchor="t" anchorCtr="0">
            <a:noAutofit/>
          </a:bodyPr>
          <a:lstStyle/>
          <a:p>
            <a:pPr marL="457200" lvl="0" indent="-349250" algn="just" rtl="0">
              <a:lnSpc>
                <a:spcPct val="115000"/>
              </a:lnSpc>
              <a:spcBef>
                <a:spcPts val="1200"/>
              </a:spcBef>
              <a:spcAft>
                <a:spcPts val="0"/>
              </a:spcAft>
              <a:buClr>
                <a:srgbClr val="000000"/>
              </a:buClr>
              <a:buSzPts val="1900"/>
              <a:buFont typeface="Times New Roman" panose="02020603050405020304"/>
              <a:buChar char="❖"/>
            </a:pPr>
            <a:r>
              <a:rPr lang="en-GB" sz="1900">
                <a:solidFill>
                  <a:srgbClr val="000000"/>
                </a:solidFill>
                <a:latin typeface="Times New Roman" panose="02020603050405020304"/>
                <a:ea typeface="Times New Roman" panose="02020603050405020304"/>
                <a:cs typeface="Times New Roman" panose="02020603050405020304"/>
                <a:sym typeface="Times New Roman" panose="02020603050405020304"/>
              </a:rPr>
              <a:t>The technique of detecting and recognising the objects using deep learning is mainly used to generate captions.</a:t>
            </a:r>
            <a:endParaRPr sz="19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49250" algn="just" rtl="0">
              <a:lnSpc>
                <a:spcPct val="115000"/>
              </a:lnSpc>
              <a:spcBef>
                <a:spcPts val="0"/>
              </a:spcBef>
              <a:spcAft>
                <a:spcPts val="0"/>
              </a:spcAft>
              <a:buClr>
                <a:srgbClr val="000000"/>
              </a:buClr>
              <a:buSzPts val="1900"/>
              <a:buFont typeface="Times New Roman" panose="02020603050405020304"/>
              <a:buChar char="❖"/>
            </a:pPr>
            <a:r>
              <a:rPr lang="en-GB" sz="1900">
                <a:solidFill>
                  <a:srgbClr val="000000"/>
                </a:solidFill>
                <a:latin typeface="Times New Roman" panose="02020603050405020304"/>
                <a:ea typeface="Times New Roman" panose="02020603050405020304"/>
                <a:cs typeface="Times New Roman" panose="02020603050405020304"/>
                <a:sym typeface="Times New Roman" panose="02020603050405020304"/>
              </a:rPr>
              <a:t>C</a:t>
            </a:r>
            <a:r>
              <a:rPr lang="en-GB" sz="1900">
                <a:solidFill>
                  <a:srgbClr val="000000"/>
                </a:solidFill>
                <a:highlight>
                  <a:srgbClr val="FFFFFF"/>
                </a:highlight>
                <a:latin typeface="Times New Roman" panose="02020603050405020304"/>
                <a:ea typeface="Times New Roman" panose="02020603050405020304"/>
                <a:cs typeface="Times New Roman" panose="02020603050405020304"/>
                <a:sym typeface="Times New Roman" panose="02020603050405020304"/>
              </a:rPr>
              <a:t>OVID-19 has become a global pandemic with an exponential growth rate and an incompletely understood transmission process.</a:t>
            </a:r>
            <a:endParaRPr sz="1900">
              <a:solidFill>
                <a:srgbClr val="000000"/>
              </a:solidFill>
              <a:highlight>
                <a:srgbClr val="FFFFFF"/>
              </a:highlight>
              <a:latin typeface="Times New Roman" panose="02020603050405020304"/>
              <a:ea typeface="Times New Roman" panose="02020603050405020304"/>
              <a:cs typeface="Times New Roman" panose="02020603050405020304"/>
              <a:sym typeface="Times New Roman" panose="02020603050405020304"/>
            </a:endParaRPr>
          </a:p>
          <a:p>
            <a:pPr marL="457200" lvl="0" indent="-349250" algn="just" rtl="0">
              <a:lnSpc>
                <a:spcPct val="115000"/>
              </a:lnSpc>
              <a:spcBef>
                <a:spcPts val="0"/>
              </a:spcBef>
              <a:spcAft>
                <a:spcPts val="0"/>
              </a:spcAft>
              <a:buClr>
                <a:srgbClr val="000000"/>
              </a:buClr>
              <a:buSzPts val="1900"/>
              <a:buFont typeface="Times New Roman" panose="02020603050405020304"/>
              <a:buChar char="❖"/>
            </a:pPr>
            <a:r>
              <a:rPr lang="en-GB" sz="1900">
                <a:solidFill>
                  <a:srgbClr val="000000"/>
                </a:solidFill>
                <a:highlight>
                  <a:srgbClr val="FFFFFF"/>
                </a:highlight>
                <a:latin typeface="Times New Roman" panose="02020603050405020304"/>
                <a:ea typeface="Times New Roman" panose="02020603050405020304"/>
                <a:cs typeface="Times New Roman" panose="02020603050405020304"/>
                <a:sym typeface="Times New Roman" panose="02020603050405020304"/>
              </a:rPr>
              <a:t>A CT Scan reports play a vital role in this situation as, on the basics of CT Scan reports one can predict the start of covid-19. </a:t>
            </a:r>
            <a:endParaRPr sz="1900">
              <a:solidFill>
                <a:srgbClr val="000000"/>
              </a:solidFill>
              <a:highlight>
                <a:srgbClr val="FFFFFF"/>
              </a:highlight>
              <a:latin typeface="Times New Roman" panose="02020603050405020304"/>
              <a:ea typeface="Times New Roman" panose="02020603050405020304"/>
              <a:cs typeface="Times New Roman" panose="02020603050405020304"/>
              <a:sym typeface="Times New Roman" panose="02020603050405020304"/>
            </a:endParaRPr>
          </a:p>
          <a:p>
            <a:pPr marL="457200" lvl="0" indent="-349250" algn="just" rtl="0">
              <a:lnSpc>
                <a:spcPct val="115000"/>
              </a:lnSpc>
              <a:spcBef>
                <a:spcPts val="0"/>
              </a:spcBef>
              <a:spcAft>
                <a:spcPts val="0"/>
              </a:spcAft>
              <a:buClr>
                <a:srgbClr val="000000"/>
              </a:buClr>
              <a:buSzPts val="1900"/>
              <a:buFont typeface="Times New Roman" panose="02020603050405020304"/>
              <a:buChar char="❖"/>
            </a:pPr>
            <a:r>
              <a:rPr lang="en-GB" sz="1900">
                <a:solidFill>
                  <a:srgbClr val="000000"/>
                </a:solidFill>
                <a:highlight>
                  <a:srgbClr val="FFFFFF"/>
                </a:highlight>
                <a:latin typeface="Times New Roman" panose="02020603050405020304"/>
                <a:ea typeface="Times New Roman" panose="02020603050405020304"/>
                <a:cs typeface="Times New Roman" panose="02020603050405020304"/>
                <a:sym typeface="Times New Roman" panose="02020603050405020304"/>
              </a:rPr>
              <a:t>In this approach of detecting covid-19 , A CT Scan image is given as an input and then the relevant output is being provided.</a:t>
            </a:r>
            <a:endParaRPr sz="1900">
              <a:solidFill>
                <a:srgbClr val="000000"/>
              </a:solidFill>
              <a:highlight>
                <a:srgbClr val="FFFFFF"/>
              </a:highlight>
              <a:latin typeface="Times New Roman" panose="02020603050405020304"/>
              <a:ea typeface="Times New Roman" panose="02020603050405020304"/>
              <a:cs typeface="Times New Roman" panose="02020603050405020304"/>
              <a:sym typeface="Times New Roman" panose="02020603050405020304"/>
            </a:endParaRPr>
          </a:p>
          <a:p>
            <a:pPr marL="457200" lvl="0" indent="-349250" algn="just" rtl="0">
              <a:lnSpc>
                <a:spcPct val="115000"/>
              </a:lnSpc>
              <a:spcBef>
                <a:spcPts val="0"/>
              </a:spcBef>
              <a:spcAft>
                <a:spcPts val="0"/>
              </a:spcAft>
              <a:buClr>
                <a:srgbClr val="000000"/>
              </a:buClr>
              <a:buSzPts val="1900"/>
              <a:buFont typeface="Times New Roman" panose="02020603050405020304"/>
              <a:buChar char="❖"/>
            </a:pPr>
            <a:r>
              <a:rPr lang="en-GB" sz="1900">
                <a:solidFill>
                  <a:srgbClr val="000000"/>
                </a:solidFill>
                <a:highlight>
                  <a:srgbClr val="FFFFFF"/>
                </a:highlight>
                <a:latin typeface="Times New Roman" panose="02020603050405020304"/>
                <a:ea typeface="Times New Roman" panose="02020603050405020304"/>
                <a:cs typeface="Times New Roman" panose="02020603050405020304"/>
                <a:sym typeface="Times New Roman" panose="02020603050405020304"/>
              </a:rPr>
              <a:t>We present a novel approach to detect covid using Image captioning and Machine Learning.</a:t>
            </a:r>
            <a:endParaRPr sz="19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9"/>
          <p:cNvSpPr txBox="1">
            <a:spLocks noGrp="1"/>
          </p:cNvSpPr>
          <p:nvPr>
            <p:ph type="title"/>
          </p:nvPr>
        </p:nvSpPr>
        <p:spPr>
          <a:xfrm>
            <a:off x="311700" y="445025"/>
            <a:ext cx="8520600" cy="707400"/>
          </a:xfrm>
          <a:prstGeom prst="rect">
            <a:avLst/>
          </a:prstGeom>
          <a:noFill/>
          <a:ln>
            <a:noFill/>
          </a:ln>
          <a:effectLst>
            <a:outerShdw blurRad="57150" dist="19050" dir="5400000" algn="bl" rotWithShape="0">
              <a:srgbClr val="000000">
                <a:alpha val="49411"/>
              </a:srgbClr>
            </a:outerShdw>
          </a:effectLst>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600"/>
              <a:buNone/>
            </a:pPr>
            <a:r>
              <a:rPr lang="en-GB">
                <a:solidFill>
                  <a:srgbClr val="434343"/>
                </a:solidFill>
                <a:latin typeface="Times New Roman" panose="02020603050405020304"/>
                <a:ea typeface="Times New Roman" panose="02020603050405020304"/>
                <a:cs typeface="Times New Roman" panose="02020603050405020304"/>
                <a:sym typeface="Times New Roman" panose="02020603050405020304"/>
              </a:rPr>
              <a:t>Domain</a:t>
            </a:r>
            <a:endParaRPr>
              <a:solidFill>
                <a:srgbClr val="434343"/>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16" name="Google Shape;116;p9"/>
          <p:cNvSpPr txBox="1">
            <a:spLocks noGrp="1"/>
          </p:cNvSpPr>
          <p:nvPr>
            <p:ph type="body" idx="1"/>
          </p:nvPr>
        </p:nvSpPr>
        <p:spPr>
          <a:xfrm>
            <a:off x="311700" y="1266325"/>
            <a:ext cx="8520600" cy="3302700"/>
          </a:xfrm>
          <a:prstGeom prst="rect">
            <a:avLst/>
          </a:prstGeom>
          <a:noFill/>
          <a:ln>
            <a:noFill/>
          </a:ln>
        </p:spPr>
        <p:txBody>
          <a:bodyPr spcFirstLastPara="1" wrap="square" lIns="91425" tIns="91425" rIns="91425" bIns="91425" anchor="t" anchorCtr="0">
            <a:noAutofit/>
          </a:bodyPr>
          <a:lstStyle/>
          <a:p>
            <a:pPr marL="457200" lvl="0" indent="-393700" algn="l" rtl="0">
              <a:lnSpc>
                <a:spcPct val="150000"/>
              </a:lnSpc>
              <a:spcBef>
                <a:spcPts val="0"/>
              </a:spcBef>
              <a:spcAft>
                <a:spcPts val="0"/>
              </a:spcAft>
              <a:buClr>
                <a:srgbClr val="000000"/>
              </a:buClr>
              <a:buSzPts val="2600"/>
              <a:buFont typeface="Times New Roman" panose="02020603050405020304"/>
              <a:buChar char="❏"/>
            </a:pPr>
            <a:r>
              <a:rPr lang="en-GB" sz="2600" dirty="0" smtClean="0">
                <a:solidFill>
                  <a:srgbClr val="000000"/>
                </a:solidFill>
                <a:latin typeface="Times New Roman" panose="02020603050405020304"/>
                <a:ea typeface="Times New Roman" panose="02020603050405020304"/>
                <a:cs typeface="Times New Roman" panose="02020603050405020304"/>
                <a:sym typeface="Times New Roman" panose="02020603050405020304"/>
              </a:rPr>
              <a:t>Machine Learning</a:t>
            </a:r>
            <a:endParaRPr sz="2600"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93700" algn="l" rtl="0">
              <a:lnSpc>
                <a:spcPct val="115000"/>
              </a:lnSpc>
              <a:spcBef>
                <a:spcPts val="0"/>
              </a:spcBef>
              <a:spcAft>
                <a:spcPts val="0"/>
              </a:spcAft>
              <a:buClr>
                <a:srgbClr val="000000"/>
              </a:buClr>
              <a:buSzPts val="2600"/>
              <a:buFont typeface="Times New Roman" panose="02020603050405020304"/>
              <a:buChar char="❏"/>
            </a:pPr>
            <a:r>
              <a:rPr lang="en-GB" sz="26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Deep Learning</a:t>
            </a:r>
            <a:endParaRPr sz="2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10"/>
          <p:cNvSpPr txBox="1">
            <a:spLocks noGrp="1"/>
          </p:cNvSpPr>
          <p:nvPr>
            <p:ph type="title"/>
          </p:nvPr>
        </p:nvSpPr>
        <p:spPr>
          <a:xfrm>
            <a:off x="311700" y="107150"/>
            <a:ext cx="8520600" cy="704100"/>
          </a:xfrm>
          <a:prstGeom prst="rect">
            <a:avLst/>
          </a:prstGeom>
          <a:noFill/>
          <a:ln>
            <a:noFill/>
          </a:ln>
          <a:effectLst>
            <a:outerShdw blurRad="57150" dist="19050" dir="5400000" algn="bl" rotWithShape="0">
              <a:srgbClr val="000000">
                <a:alpha val="49411"/>
              </a:srgbClr>
            </a:outerShdw>
          </a:effectLst>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600"/>
              <a:buNone/>
            </a:pPr>
            <a:r>
              <a:rPr lang="en-GB">
                <a:solidFill>
                  <a:srgbClr val="434343"/>
                </a:solidFill>
                <a:latin typeface="Times New Roman" panose="02020603050405020304"/>
                <a:ea typeface="Times New Roman" panose="02020603050405020304"/>
                <a:cs typeface="Times New Roman" panose="02020603050405020304"/>
                <a:sym typeface="Times New Roman" panose="02020603050405020304"/>
              </a:rPr>
              <a:t>Abstract</a:t>
            </a:r>
            <a:endParaRPr>
              <a:solidFill>
                <a:srgbClr val="434343"/>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22" name="Google Shape;122;p10"/>
          <p:cNvSpPr txBox="1">
            <a:spLocks noGrp="1"/>
          </p:cNvSpPr>
          <p:nvPr>
            <p:ph type="body" idx="1"/>
          </p:nvPr>
        </p:nvSpPr>
        <p:spPr>
          <a:xfrm>
            <a:off x="219850" y="900900"/>
            <a:ext cx="8520600" cy="39978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SzPts val="1800"/>
              <a:buNone/>
            </a:pPr>
            <a:r>
              <a:rPr lang="en-GB" sz="1900">
                <a:solidFill>
                  <a:srgbClr val="222222"/>
                </a:solidFill>
                <a:highlight>
                  <a:srgbClr val="FFFFFF"/>
                </a:highlight>
                <a:latin typeface="Times New Roman" panose="02020603050405020304"/>
                <a:ea typeface="Times New Roman" panose="02020603050405020304"/>
                <a:cs typeface="Times New Roman" panose="02020603050405020304"/>
                <a:sym typeface="Times New Roman" panose="02020603050405020304"/>
              </a:rPr>
              <a:t>Now-a-days, people face various diseases due to the environmental condition and their living habits. So the prediction of disease at earlier stage becomes important task. But the accurate prediction on the basis of symptoms becomes too difficult for doctor. The correct prediction of disease is the most challenging task. To overcome this problem data mining plays an important role to predict the disease. Medical science has large amount of data growth per year. Due to increase amount of data growth in medical and healthcare field the accurate analysis on medical data which has been benefits from early patient care. With the help of disease data, data mining finds hidden pattern information in the huge amount of medical data. We proposed general disease prediction based on symptoms of the patient. </a:t>
            </a:r>
            <a:endParaRPr lang="en-GB" sz="1900">
              <a:solidFill>
                <a:srgbClr val="222222"/>
              </a:solidFill>
              <a:highlight>
                <a:srgbClr val="FFFFFF"/>
              </a:highlight>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2"/>
          <p:cNvSpPr txBox="1"/>
          <p:nvPr/>
        </p:nvSpPr>
        <p:spPr>
          <a:xfrm>
            <a:off x="372110" y="911860"/>
            <a:ext cx="8364855" cy="2722880"/>
          </a:xfrm>
          <a:prstGeom prst="rect">
            <a:avLst/>
          </a:prstGeom>
          <a:noFill/>
        </p:spPr>
        <p:txBody>
          <a:bodyPr wrap="square" rtlCol="0">
            <a:spAutoFit/>
          </a:bodyPr>
          <a:p>
            <a:r>
              <a:rPr lang="en-US" sz="1900">
                <a:latin typeface="Times New Roman" panose="02020603050405020304" charset="0"/>
                <a:cs typeface="Times New Roman" panose="02020603050405020304" charset="0"/>
              </a:rPr>
              <a:t>For the disease prediction, we use K-Nearest Neighbor (KNN) and Convolutional neural network (CNN) machine learning algorithm for accurate prediction of disease. For disease prediction required disease symptoms dataset. In this general disease prediction the living habits of person and checkup information consider for the accurate prediction. The accuracy of general disease prediction by using CNN is 84.5% which is more than KNN algorithm. And the time and the memory requirement is also more in KNN than CNN. After general disease prediction, this system able to gives the risk associated with general disease which is lower risk of general disease or higher.</a:t>
            </a:r>
            <a:endParaRPr lang="en-US" sz="1900">
              <a:latin typeface="Times New Roman" panose="02020603050405020304" charset="0"/>
              <a:cs typeface="Times New Roman" panose="0202060305040502030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11"/>
          <p:cNvSpPr txBox="1">
            <a:spLocks noGrp="1"/>
          </p:cNvSpPr>
          <p:nvPr>
            <p:ph type="title"/>
          </p:nvPr>
        </p:nvSpPr>
        <p:spPr>
          <a:xfrm>
            <a:off x="311700" y="200280"/>
            <a:ext cx="8520600" cy="707400"/>
          </a:xfrm>
          <a:prstGeom prst="rect">
            <a:avLst/>
          </a:prstGeom>
          <a:noFill/>
          <a:ln>
            <a:noFill/>
          </a:ln>
          <a:effectLst>
            <a:outerShdw blurRad="57150" dist="19050" dir="5400000" algn="bl" rotWithShape="0">
              <a:srgbClr val="000000">
                <a:alpha val="49411"/>
              </a:srgbClr>
            </a:outerShdw>
          </a:effectLst>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600"/>
              <a:buNone/>
            </a:pPr>
            <a:r>
              <a:rPr lang="en-IN">
                <a:solidFill>
                  <a:srgbClr val="434343"/>
                </a:solidFill>
                <a:latin typeface="Times New Roman" panose="02020603050405020304"/>
                <a:ea typeface="Times New Roman" panose="02020603050405020304"/>
                <a:cs typeface="Times New Roman" panose="02020603050405020304"/>
                <a:sym typeface="Times New Roman" panose="02020603050405020304"/>
              </a:rPr>
              <a:t>Flow Chart</a:t>
            </a:r>
            <a:endParaRPr lang="en-IN">
              <a:solidFill>
                <a:srgbClr val="434343"/>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2" name="Picture 1" descr="2020-09-11 (1)"/>
          <p:cNvPicPr>
            <a:picLocks noChangeAspect="1"/>
          </p:cNvPicPr>
          <p:nvPr/>
        </p:nvPicPr>
        <p:blipFill>
          <a:blip r:embed="rId1"/>
          <a:stretch>
            <a:fillRect/>
          </a:stretch>
        </p:blipFill>
        <p:spPr>
          <a:xfrm>
            <a:off x="417195" y="1053465"/>
            <a:ext cx="8143240" cy="392684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12"/>
          <p:cNvSpPr txBox="1">
            <a:spLocks noGrp="1"/>
          </p:cNvSpPr>
          <p:nvPr>
            <p:ph type="title"/>
          </p:nvPr>
        </p:nvSpPr>
        <p:spPr>
          <a:xfrm>
            <a:off x="311700" y="20750"/>
            <a:ext cx="8520600" cy="707400"/>
          </a:xfrm>
          <a:prstGeom prst="rect">
            <a:avLst/>
          </a:prstGeom>
          <a:noFill/>
          <a:ln>
            <a:noFill/>
          </a:ln>
          <a:effectLst>
            <a:outerShdw blurRad="57150" dist="19050" dir="5400000" algn="bl" rotWithShape="0">
              <a:srgbClr val="000000">
                <a:alpha val="49411"/>
              </a:srgbClr>
            </a:outerShdw>
          </a:effectLst>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600"/>
              <a:buNone/>
            </a:pPr>
            <a:r>
              <a:rPr lang="en-GB">
                <a:solidFill>
                  <a:srgbClr val="434343"/>
                </a:solidFill>
                <a:latin typeface="Times New Roman" panose="02020603050405020304"/>
                <a:ea typeface="Times New Roman" panose="02020603050405020304"/>
                <a:cs typeface="Times New Roman" panose="02020603050405020304"/>
                <a:sym typeface="Times New Roman" panose="02020603050405020304"/>
              </a:rPr>
              <a:t>Architecture Design </a:t>
            </a:r>
            <a:endParaRPr>
              <a:solidFill>
                <a:srgbClr val="434343"/>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2" name="Picture 1" descr="2020-09-11"/>
          <p:cNvPicPr>
            <a:picLocks noChangeAspect="1"/>
          </p:cNvPicPr>
          <p:nvPr/>
        </p:nvPicPr>
        <p:blipFill>
          <a:blip r:embed="rId1"/>
          <a:stretch>
            <a:fillRect/>
          </a:stretch>
        </p:blipFill>
        <p:spPr>
          <a:xfrm>
            <a:off x="420370" y="843915"/>
            <a:ext cx="8057515" cy="378015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graphicFrame>
        <p:nvGraphicFramePr>
          <p:cNvPr id="183" name="Google Shape;183;p13"/>
          <p:cNvGraphicFramePr/>
          <p:nvPr/>
        </p:nvGraphicFramePr>
        <p:xfrm>
          <a:off x="103850" y="667375"/>
          <a:ext cx="8936300" cy="4472880"/>
        </p:xfrm>
        <a:graphic>
          <a:graphicData uri="http://schemas.openxmlformats.org/drawingml/2006/table">
            <a:tbl>
              <a:tblPr>
                <a:noFill/>
                <a:tableStyleId>{F1A6DE5E-7425-49D6-9487-9FDF88A80BB2}</a:tableStyleId>
              </a:tblPr>
              <a:tblGrid>
                <a:gridCol w="1379425"/>
                <a:gridCol w="2398100"/>
                <a:gridCol w="5158775"/>
              </a:tblGrid>
              <a:tr h="372625">
                <a:tc>
                  <a:txBody>
                    <a:bodyPr/>
                    <a:lstStyle/>
                    <a:p>
                      <a:pPr marL="0" marR="0" lvl="0" indent="0" algn="l" rtl="0">
                        <a:lnSpc>
                          <a:spcPct val="100000"/>
                        </a:lnSpc>
                        <a:spcBef>
                          <a:spcPts val="0"/>
                        </a:spcBef>
                        <a:spcAft>
                          <a:spcPts val="0"/>
                        </a:spcAft>
                        <a:buClr>
                          <a:srgbClr val="000000"/>
                        </a:buClr>
                        <a:buSzPts val="1600"/>
                        <a:buFont typeface="Arial" panose="020B0604020202020204"/>
                        <a:buNone/>
                      </a:pPr>
                      <a:r>
                        <a:rPr lang="en-GB" sz="1600" b="1" u="none" strike="noStrike" cap="none">
                          <a:latin typeface="Times New Roman" panose="02020603050405020304"/>
                          <a:ea typeface="Times New Roman" panose="02020603050405020304"/>
                          <a:cs typeface="Times New Roman" panose="02020603050405020304"/>
                          <a:sym typeface="Times New Roman" panose="02020603050405020304"/>
                        </a:rPr>
                        <a:t>Author</a:t>
                      </a:r>
                      <a:endParaRPr sz="1600" b="1"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600"/>
                        <a:buFont typeface="Arial" panose="020B0604020202020204"/>
                        <a:buNone/>
                      </a:pPr>
                      <a:r>
                        <a:rPr lang="en-GB" sz="1600" b="1" u="none" strike="noStrike" cap="none">
                          <a:latin typeface="Times New Roman" panose="02020603050405020304"/>
                          <a:ea typeface="Times New Roman" panose="02020603050405020304"/>
                          <a:cs typeface="Times New Roman" panose="02020603050405020304"/>
                          <a:sym typeface="Times New Roman" panose="02020603050405020304"/>
                        </a:rPr>
                        <a:t>Title of the Paper</a:t>
                      </a:r>
                      <a:endParaRPr sz="1600" b="1"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600"/>
                        <a:buFont typeface="Arial" panose="020B0604020202020204"/>
                        <a:buNone/>
                      </a:pPr>
                      <a:r>
                        <a:rPr lang="en-GB" sz="1600" b="1" u="none" strike="noStrike" cap="none">
                          <a:latin typeface="Times New Roman" panose="02020603050405020304"/>
                          <a:ea typeface="Times New Roman" panose="02020603050405020304"/>
                          <a:cs typeface="Times New Roman" panose="02020603050405020304"/>
                          <a:sym typeface="Times New Roman" panose="02020603050405020304"/>
                        </a:rPr>
                        <a:t>Concentration</a:t>
                      </a:r>
                      <a:endParaRPr sz="1600" b="1"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tc>
              </a:tr>
              <a:tr h="3945400">
                <a:tc>
                  <a:txBody>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u="none" strike="noStrike" cap="none">
                          <a:latin typeface="Times New Roman" panose="02020603050405020304"/>
                          <a:ea typeface="Times New Roman" panose="02020603050405020304"/>
                          <a:cs typeface="Times New Roman" panose="02020603050405020304"/>
                          <a:sym typeface="Times New Roman" panose="02020603050405020304"/>
                        </a:rPr>
                        <a:t>Stephanie A. Harmon</a:t>
                      </a:r>
                      <a:endParaRPr sz="160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tc>
                <a:tc>
                  <a:txBody>
                    <a:bodyPr/>
                    <a:lstStyle/>
                    <a:p>
                      <a:pPr marL="0" marR="0" lvl="0" indent="0" algn="l" rtl="0">
                        <a:lnSpc>
                          <a:spcPct val="150000"/>
                        </a:lnSpc>
                        <a:spcBef>
                          <a:spcPts val="0"/>
                        </a:spcBef>
                        <a:spcAft>
                          <a:spcPts val="0"/>
                        </a:spcAft>
                        <a:buClr>
                          <a:srgbClr val="000000"/>
                        </a:buClr>
                        <a:buSzPts val="1400"/>
                        <a:buFont typeface="Arial" panose="020B0604020202020204"/>
                        <a:buNone/>
                      </a:pPr>
                      <a:r>
                        <a:rPr lang="en-GB" sz="1400" u="none" strike="noStrike" cap="none">
                          <a:latin typeface="Times New Roman" panose="02020603050405020304"/>
                          <a:ea typeface="Times New Roman" panose="02020603050405020304"/>
                          <a:cs typeface="Times New Roman" panose="02020603050405020304"/>
                          <a:sym typeface="Times New Roman" panose="02020603050405020304"/>
                        </a:rPr>
                        <a:t>Artificial intelligence for the detection of COVID-19 pneumonia on chest CT Scan using multinational datasets</a:t>
                      </a:r>
                      <a:endParaRPr sz="1400" u="none" strike="noStrike" cap="none">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50000"/>
                        </a:lnSpc>
                        <a:spcBef>
                          <a:spcPts val="0"/>
                        </a:spcBef>
                        <a:spcAft>
                          <a:spcPts val="0"/>
                        </a:spcAft>
                        <a:buClr>
                          <a:srgbClr val="000000"/>
                        </a:buClr>
                        <a:buSzPts val="1400"/>
                        <a:buFont typeface="Arial" panose="020B0604020202020204"/>
                        <a:buNone/>
                      </a:pPr>
                      <a:r>
                        <a:rPr lang="en-GB" sz="1400" u="none" strike="noStrike" cap="none">
                          <a:latin typeface="Times New Roman" panose="02020603050405020304"/>
                          <a:ea typeface="Times New Roman" panose="02020603050405020304"/>
                          <a:cs typeface="Times New Roman" panose="02020603050405020304"/>
                          <a:sym typeface="Times New Roman" panose="02020603050405020304"/>
                        </a:rPr>
                        <a:t>(2020)</a:t>
                      </a:r>
                      <a:endParaRPr sz="1400" u="none" strike="noStrike" cap="none">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800"/>
                        </a:spcBef>
                        <a:spcAft>
                          <a:spcPts val="0"/>
                        </a:spcAft>
                        <a:buClr>
                          <a:srgbClr val="000000"/>
                        </a:buClr>
                        <a:buSzPts val="1400"/>
                        <a:buFont typeface="Arial" panose="020B0604020202020204"/>
                        <a:buNone/>
                      </a:pPr>
                      <a:endParaRPr sz="1400" u="none" strike="noStrike" cap="none"/>
                    </a:p>
                  </a:txBody>
                  <a:tcPr marL="91425" marR="91425" marT="91425" marB="91425"/>
                </a:tc>
                <a:tc>
                  <a:txBody>
                    <a:bodyPr/>
                    <a:lstStyle/>
                    <a:p>
                      <a:pPr marL="457200" marR="0" lvl="0" indent="-317500" algn="l" rtl="0">
                        <a:lnSpc>
                          <a:spcPct val="150000"/>
                        </a:lnSpc>
                        <a:spcBef>
                          <a:spcPts val="0"/>
                        </a:spcBef>
                        <a:spcAft>
                          <a:spcPts val="0"/>
                        </a:spcAft>
                        <a:buClr>
                          <a:srgbClr val="000000"/>
                        </a:buClr>
                        <a:buSzPts val="1400"/>
                        <a:buFont typeface="Times New Roman" panose="02020603050405020304"/>
                        <a:buChar char="●"/>
                      </a:pPr>
                      <a:r>
                        <a:rPr lang="en-GB" sz="1300" u="none" strike="noStrike" cap="none">
                          <a:latin typeface="Times New Roman" panose="02020603050405020304"/>
                          <a:ea typeface="Times New Roman" panose="02020603050405020304"/>
                          <a:cs typeface="Times New Roman" panose="02020603050405020304"/>
                          <a:sym typeface="Times New Roman" panose="02020603050405020304"/>
                        </a:rPr>
                        <a:t>This paper aims</a:t>
                      </a:r>
                      <a:r>
                        <a:rPr lang="en-GB" sz="1050" u="none" strike="noStrike" cap="none">
                          <a:latin typeface="Times New Roman" panose="02020603050405020304"/>
                          <a:ea typeface="Times New Roman" panose="02020603050405020304"/>
                          <a:cs typeface="Times New Roman" panose="02020603050405020304"/>
                          <a:sym typeface="Times New Roman" panose="02020603050405020304"/>
                        </a:rPr>
                        <a:t> </a:t>
                      </a:r>
                      <a:r>
                        <a:rPr lang="en-GB" sz="1300" u="none" strike="noStrike" cap="none">
                          <a:latin typeface="Times New Roman" panose="02020603050405020304"/>
                          <a:ea typeface="Times New Roman" panose="02020603050405020304"/>
                          <a:cs typeface="Times New Roman" panose="02020603050405020304"/>
                          <a:sym typeface="Times New Roman" panose="02020603050405020304"/>
                        </a:rPr>
                        <a:t>to develop and evaluate an AI algorithm for the detection of COVID-19 on chest CT using data from a globally diverse, multi-institution dataset. Here we show robust models can be achieve up to 90% accuracy in independent test populations, maintaining high specificity in non-COVID-19 related pneumonias, and demonstrating sufficient generalizability to unseen patient populations/centers.</a:t>
                      </a:r>
                      <a:endParaRPr sz="1300" u="none" strike="noStrike" cap="none">
                        <a:latin typeface="Times New Roman" panose="02020603050405020304"/>
                        <a:ea typeface="Times New Roman" panose="02020603050405020304"/>
                        <a:cs typeface="Times New Roman" panose="02020603050405020304"/>
                        <a:sym typeface="Times New Roman" panose="02020603050405020304"/>
                      </a:endParaRPr>
                    </a:p>
                    <a:p>
                      <a:pPr marL="457200" marR="0" lvl="0" indent="-311150" algn="l" rtl="0">
                        <a:lnSpc>
                          <a:spcPct val="150000"/>
                        </a:lnSpc>
                        <a:spcBef>
                          <a:spcPts val="0"/>
                        </a:spcBef>
                        <a:spcAft>
                          <a:spcPts val="0"/>
                        </a:spcAft>
                        <a:buClr>
                          <a:srgbClr val="000000"/>
                        </a:buClr>
                        <a:buSzPts val="1300"/>
                        <a:buFont typeface="Times New Roman" panose="02020603050405020304"/>
                        <a:buChar char="●"/>
                      </a:pPr>
                      <a:r>
                        <a:rPr lang="en-GB" sz="1300" b="1" u="sng" strike="noStrike" cap="none">
                          <a:latin typeface="Times New Roman" panose="02020603050405020304"/>
                          <a:ea typeface="Times New Roman" panose="02020603050405020304"/>
                          <a:cs typeface="Times New Roman" panose="02020603050405020304"/>
                          <a:sym typeface="Times New Roman" panose="02020603050405020304"/>
                        </a:rPr>
                        <a:t>Lung segmentation model.</a:t>
                      </a:r>
                      <a:r>
                        <a:rPr lang="en-GB" sz="1300" b="1" u="none" strike="noStrike" cap="none">
                          <a:latin typeface="Times New Roman" panose="02020603050405020304"/>
                          <a:ea typeface="Times New Roman" panose="02020603050405020304"/>
                          <a:cs typeface="Times New Roman" panose="02020603050405020304"/>
                          <a:sym typeface="Times New Roman" panose="02020603050405020304"/>
                        </a:rPr>
                        <a:t> </a:t>
                      </a:r>
                      <a:r>
                        <a:rPr lang="en-GB" sz="1300" u="none" strike="noStrike" cap="none">
                          <a:latin typeface="Times New Roman" panose="02020603050405020304"/>
                          <a:ea typeface="Times New Roman" panose="02020603050405020304"/>
                          <a:cs typeface="Times New Roman" panose="02020603050405020304"/>
                          <a:sym typeface="Times New Roman" panose="02020603050405020304"/>
                        </a:rPr>
                        <a:t>lung segmentation model was trained using the AH-Net architecture</a:t>
                      </a:r>
                      <a:endParaRPr sz="1300" u="none" strike="noStrike" cap="none">
                        <a:latin typeface="Times New Roman" panose="02020603050405020304"/>
                        <a:ea typeface="Times New Roman" panose="02020603050405020304"/>
                        <a:cs typeface="Times New Roman" panose="02020603050405020304"/>
                        <a:sym typeface="Times New Roman" panose="02020603050405020304"/>
                      </a:endParaRPr>
                    </a:p>
                    <a:p>
                      <a:pPr marL="457200" marR="0" lvl="0" indent="-311150" algn="l" rtl="0">
                        <a:lnSpc>
                          <a:spcPct val="150000"/>
                        </a:lnSpc>
                        <a:spcBef>
                          <a:spcPts val="0"/>
                        </a:spcBef>
                        <a:spcAft>
                          <a:spcPts val="0"/>
                        </a:spcAft>
                        <a:buClr>
                          <a:srgbClr val="000000"/>
                        </a:buClr>
                        <a:buSzPts val="1300"/>
                        <a:buFont typeface="Times New Roman" panose="02020603050405020304"/>
                        <a:buChar char="●"/>
                      </a:pPr>
                      <a:r>
                        <a:rPr lang="en-GB" sz="1300" b="1" u="sng" strike="noStrike" cap="none">
                          <a:latin typeface="Times New Roman" panose="02020603050405020304"/>
                          <a:ea typeface="Times New Roman" panose="02020603050405020304"/>
                          <a:cs typeface="Times New Roman" panose="02020603050405020304"/>
                          <a:sym typeface="Times New Roman" panose="02020603050405020304"/>
                        </a:rPr>
                        <a:t>Image classification model</a:t>
                      </a:r>
                      <a:r>
                        <a:rPr lang="en-GB" sz="1300" b="1" u="none" strike="noStrike" cap="none">
                          <a:latin typeface="Times New Roman" panose="02020603050405020304"/>
                          <a:ea typeface="Times New Roman" panose="02020603050405020304"/>
                          <a:cs typeface="Times New Roman" panose="02020603050405020304"/>
                          <a:sym typeface="Times New Roman" panose="02020603050405020304"/>
                        </a:rPr>
                        <a:t>.</a:t>
                      </a:r>
                      <a:r>
                        <a:rPr lang="en-GB" sz="1300" u="none" strike="noStrike" cap="none">
                          <a:latin typeface="Times New Roman" panose="02020603050405020304"/>
                          <a:ea typeface="Times New Roman" panose="02020603050405020304"/>
                          <a:cs typeface="Times New Roman" panose="02020603050405020304"/>
                          <a:sym typeface="Times New Roman" panose="02020603050405020304"/>
                        </a:rPr>
                        <a:t> Both the hybrid 3D and full 3D models used in this study were based on a Densnet-121 architecture adapted to utilize 3D operations (i.e., 3D convolutions) compared to original 2D implementation.</a:t>
                      </a:r>
                      <a:endParaRPr sz="1200" u="none" strike="noStrike" cap="none"/>
                    </a:p>
                  </a:txBody>
                  <a:tcPr marL="91425" marR="91425" marT="91425" marB="91425"/>
                </a:tc>
              </a:tr>
            </a:tbl>
          </a:graphicData>
        </a:graphic>
      </p:graphicFrame>
      <p:sp>
        <p:nvSpPr>
          <p:cNvPr id="184" name="Google Shape;184;p13"/>
          <p:cNvSpPr txBox="1"/>
          <p:nvPr/>
        </p:nvSpPr>
        <p:spPr>
          <a:xfrm>
            <a:off x="115800" y="0"/>
            <a:ext cx="8912400" cy="530100"/>
          </a:xfrm>
          <a:prstGeom prst="rect">
            <a:avLst/>
          </a:prstGeom>
          <a:noFill/>
          <a:ln>
            <a:noFill/>
          </a:ln>
          <a:effectLst>
            <a:outerShdw blurRad="57150" dist="19050" dir="5400000" algn="bl" rotWithShape="0">
              <a:srgbClr val="000000">
                <a:alpha val="49411"/>
              </a:srgbClr>
            </a:outerShdw>
          </a:effectLst>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3600"/>
              <a:buFont typeface="Arial" panose="020B0604020202020204"/>
              <a:buNone/>
            </a:pPr>
            <a:r>
              <a:rPr lang="en-GB" sz="3600" b="1" i="0" u="none" strike="noStrike" cap="none">
                <a:solidFill>
                  <a:srgbClr val="434343"/>
                </a:solidFill>
                <a:latin typeface="Times New Roman" panose="02020603050405020304"/>
                <a:ea typeface="Times New Roman" panose="02020603050405020304"/>
                <a:cs typeface="Times New Roman" panose="02020603050405020304"/>
                <a:sym typeface="Times New Roman" panose="02020603050405020304"/>
              </a:rPr>
              <a:t>Literature Survey</a:t>
            </a:r>
            <a:endParaRPr sz="1400" b="1" i="0" u="none" strike="noStrike" cap="none">
              <a:solidFill>
                <a:srgbClr val="434343"/>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graphicFrame>
        <p:nvGraphicFramePr>
          <p:cNvPr id="189" name="Google Shape;189;p14"/>
          <p:cNvGraphicFramePr/>
          <p:nvPr/>
        </p:nvGraphicFramePr>
        <p:xfrm>
          <a:off x="104625" y="723300"/>
          <a:ext cx="8934750" cy="4175700"/>
        </p:xfrm>
        <a:graphic>
          <a:graphicData uri="http://schemas.openxmlformats.org/drawingml/2006/table">
            <a:tbl>
              <a:tblPr>
                <a:noFill/>
                <a:tableStyleId>{B9410C1A-EEB2-43C7-A3E9-D6234EE50064}</a:tableStyleId>
              </a:tblPr>
              <a:tblGrid>
                <a:gridCol w="1379175"/>
                <a:gridCol w="2397700"/>
                <a:gridCol w="5157875"/>
              </a:tblGrid>
              <a:tr h="401700">
                <a:tc>
                  <a:txBody>
                    <a:bodyPr/>
                    <a:lstStyle/>
                    <a:p>
                      <a:pPr marL="0" marR="0" lvl="0" indent="0" algn="l" rtl="0">
                        <a:lnSpc>
                          <a:spcPct val="100000"/>
                        </a:lnSpc>
                        <a:spcBef>
                          <a:spcPts val="0"/>
                        </a:spcBef>
                        <a:spcAft>
                          <a:spcPts val="0"/>
                        </a:spcAft>
                        <a:buClr>
                          <a:srgbClr val="000000"/>
                        </a:buClr>
                        <a:buSzPts val="1600"/>
                        <a:buFont typeface="Arial" panose="020B0604020202020204"/>
                        <a:buNone/>
                      </a:pPr>
                      <a:r>
                        <a:rPr lang="en-GB" sz="1600" b="1" u="none" strike="noStrike" cap="none">
                          <a:latin typeface="Times New Roman" panose="02020603050405020304"/>
                          <a:ea typeface="Times New Roman" panose="02020603050405020304"/>
                          <a:cs typeface="Times New Roman" panose="02020603050405020304"/>
                          <a:sym typeface="Times New Roman" panose="02020603050405020304"/>
                        </a:rPr>
                        <a:t>Author</a:t>
                      </a:r>
                      <a:endParaRPr sz="1600" b="1"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600"/>
                        <a:buFont typeface="Arial" panose="020B0604020202020204"/>
                        <a:buNone/>
                      </a:pPr>
                      <a:r>
                        <a:rPr lang="en-GB" sz="1600" b="1" u="none" strike="noStrike" cap="none">
                          <a:latin typeface="Times New Roman" panose="02020603050405020304"/>
                          <a:ea typeface="Times New Roman" panose="02020603050405020304"/>
                          <a:cs typeface="Times New Roman" panose="02020603050405020304"/>
                          <a:sym typeface="Times New Roman" panose="02020603050405020304"/>
                        </a:rPr>
                        <a:t>Title of the Paper</a:t>
                      </a:r>
                      <a:endParaRPr sz="1600" b="1"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600"/>
                        <a:buFont typeface="Arial" panose="020B0604020202020204"/>
                        <a:buNone/>
                      </a:pPr>
                      <a:r>
                        <a:rPr lang="en-GB" sz="1600" b="1" u="none" strike="noStrike" cap="none">
                          <a:latin typeface="Times New Roman" panose="02020603050405020304"/>
                          <a:ea typeface="Times New Roman" panose="02020603050405020304"/>
                          <a:cs typeface="Times New Roman" panose="02020603050405020304"/>
                          <a:sym typeface="Times New Roman" panose="02020603050405020304"/>
                        </a:rPr>
                        <a:t>Concentration</a:t>
                      </a:r>
                      <a:endParaRPr sz="1600" b="1"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tc>
              </a:tr>
              <a:tr h="3535675">
                <a:tc>
                  <a:txBody>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u="none" strike="noStrike" cap="none"/>
                    </a:p>
                  </a:txBody>
                  <a:tcPr marL="91425" marR="91425" marT="91425" marB="91425"/>
                </a:tc>
                <a:tc>
                  <a:txBody>
                    <a:bodyPr/>
                    <a:lstStyle/>
                    <a:p>
                      <a:pPr marL="0" marR="0" lvl="0" indent="0" algn="l" rtl="0">
                        <a:lnSpc>
                          <a:spcPct val="150000"/>
                        </a:lnSpc>
                        <a:spcBef>
                          <a:spcPts val="0"/>
                        </a:spcBef>
                        <a:spcAft>
                          <a:spcPts val="0"/>
                        </a:spcAft>
                        <a:buClr>
                          <a:srgbClr val="000000"/>
                        </a:buClr>
                        <a:buSzPts val="1200"/>
                        <a:buFont typeface="Arial" panose="020B0604020202020204"/>
                        <a:buNone/>
                      </a:pPr>
                      <a:endParaRPr sz="1200" u="none" strike="noStrike" cap="none">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800"/>
                        </a:spcBef>
                        <a:spcAft>
                          <a:spcPts val="0"/>
                        </a:spcAft>
                        <a:buClr>
                          <a:srgbClr val="000000"/>
                        </a:buClr>
                        <a:buSzPts val="1400"/>
                        <a:buFont typeface="Arial" panose="020B0604020202020204"/>
                        <a:buNone/>
                      </a:pPr>
                      <a:endParaRPr sz="1400" u="none" strike="noStrike" cap="none"/>
                    </a:p>
                  </a:txBody>
                  <a:tcPr marL="91425" marR="91425" marT="91425" marB="91425"/>
                </a:tc>
                <a:tc>
                  <a:txBody>
                    <a:bodyPr/>
                    <a:lstStyle/>
                    <a:p>
                      <a:pPr marL="457200" marR="0" lvl="0" indent="-304800" algn="l" rtl="0">
                        <a:lnSpc>
                          <a:spcPct val="150000"/>
                        </a:lnSpc>
                        <a:spcBef>
                          <a:spcPts val="0"/>
                        </a:spcBef>
                        <a:spcAft>
                          <a:spcPts val="0"/>
                        </a:spcAft>
                        <a:buClr>
                          <a:srgbClr val="000000"/>
                        </a:buClr>
                        <a:buSzPts val="1200"/>
                        <a:buFont typeface="Times New Roman" panose="02020603050405020304"/>
                        <a:buChar char="●"/>
                      </a:pPr>
                      <a:r>
                        <a:rPr lang="en-GB" sz="1200" b="1" u="sng" strike="noStrike" cap="none">
                          <a:latin typeface="Times New Roman" panose="02020603050405020304"/>
                          <a:ea typeface="Times New Roman" panose="02020603050405020304"/>
                          <a:cs typeface="Times New Roman" panose="02020603050405020304"/>
                          <a:sym typeface="Times New Roman" panose="02020603050405020304"/>
                        </a:rPr>
                        <a:t>Data augmentation</a:t>
                      </a:r>
                      <a:r>
                        <a:rPr lang="en-GB" sz="1200" u="none" strike="noStrike" cap="none">
                          <a:latin typeface="Times New Roman" panose="02020603050405020304"/>
                          <a:ea typeface="Times New Roman" panose="02020603050405020304"/>
                          <a:cs typeface="Times New Roman" panose="02020603050405020304"/>
                          <a:sym typeface="Times New Roman" panose="02020603050405020304"/>
                        </a:rPr>
                        <a:t> was performed to avoid bias of center-specific characteristics, and included image intensity and contrast adjustment, introduction of random gaussian noise, flipping, and rotation. Within each mini batch, data were sampled to ensure class balance between COVID and non-COVID groups.</a:t>
                      </a:r>
                      <a:endParaRPr sz="1200" u="none" strike="noStrike" cap="none">
                        <a:latin typeface="Times New Roman" panose="02020603050405020304"/>
                        <a:ea typeface="Times New Roman" panose="02020603050405020304"/>
                        <a:cs typeface="Times New Roman" panose="02020603050405020304"/>
                        <a:sym typeface="Times New Roman" panose="02020603050405020304"/>
                      </a:endParaRPr>
                    </a:p>
                    <a:p>
                      <a:pPr marL="457200" marR="0" lvl="0" indent="-304800" algn="l" rtl="0">
                        <a:lnSpc>
                          <a:spcPct val="150000"/>
                        </a:lnSpc>
                        <a:spcBef>
                          <a:spcPts val="0"/>
                        </a:spcBef>
                        <a:spcAft>
                          <a:spcPts val="0"/>
                        </a:spcAft>
                        <a:buClr>
                          <a:srgbClr val="000000"/>
                        </a:buClr>
                        <a:buSzPts val="1200"/>
                        <a:buFont typeface="Times New Roman" panose="02020603050405020304"/>
                        <a:buChar char="●"/>
                      </a:pPr>
                      <a:r>
                        <a:rPr lang="en-GB" sz="1200" b="1" u="sng" strike="noStrike" cap="none">
                          <a:latin typeface="Times New Roman" panose="02020603050405020304"/>
                          <a:ea typeface="Times New Roman" panose="02020603050405020304"/>
                          <a:cs typeface="Times New Roman" panose="02020603050405020304"/>
                          <a:sym typeface="Times New Roman" panose="02020603050405020304"/>
                        </a:rPr>
                        <a:t>Statistical analysis</a:t>
                      </a:r>
                      <a:r>
                        <a:rPr lang="en-GB" sz="1200" b="1" u="none" strike="noStrike" cap="none">
                          <a:latin typeface="Times New Roman" panose="02020603050405020304"/>
                          <a:ea typeface="Times New Roman" panose="02020603050405020304"/>
                          <a:cs typeface="Times New Roman" panose="02020603050405020304"/>
                          <a:sym typeface="Times New Roman" panose="02020603050405020304"/>
                        </a:rPr>
                        <a:t>.</a:t>
                      </a:r>
                      <a:r>
                        <a:rPr lang="en-GB" sz="1200" u="none" strike="noStrike" cap="none">
                          <a:latin typeface="Times New Roman" panose="02020603050405020304"/>
                          <a:ea typeface="Times New Roman" panose="02020603050405020304"/>
                          <a:cs typeface="Times New Roman" panose="02020603050405020304"/>
                          <a:sym typeface="Times New Roman" panose="02020603050405020304"/>
                        </a:rPr>
                        <a:t> Classification performance was evaluated by overall accuracy, positive predictive value, negative predictive value, sensitivity, and specificity for correctly distinguishing between COVID-19 vs. any other condition. Summary statistics of false positive predictions (incorrectly labeling as COVID-19) were reported separately for pneumonia cohorts and all-comer/any-indication cohorts.</a:t>
                      </a:r>
                      <a:endParaRPr sz="1200" u="none" strike="noStrike" cap="none">
                        <a:latin typeface="Times New Roman" panose="02020603050405020304"/>
                        <a:ea typeface="Times New Roman" panose="02020603050405020304"/>
                        <a:cs typeface="Times New Roman" panose="02020603050405020304"/>
                        <a:sym typeface="Times New Roman" panose="02020603050405020304"/>
                      </a:endParaRPr>
                    </a:p>
                    <a:p>
                      <a:pPr marL="457200" marR="0" lvl="0" indent="-304800" algn="l" rtl="0">
                        <a:lnSpc>
                          <a:spcPct val="150000"/>
                        </a:lnSpc>
                        <a:spcBef>
                          <a:spcPts val="0"/>
                        </a:spcBef>
                        <a:spcAft>
                          <a:spcPts val="0"/>
                        </a:spcAft>
                        <a:buClr>
                          <a:srgbClr val="000000"/>
                        </a:buClr>
                        <a:buSzPts val="1200"/>
                        <a:buFont typeface="Times New Roman" panose="02020603050405020304"/>
                        <a:buChar char="●"/>
                      </a:pPr>
                      <a:r>
                        <a:rPr lang="en-GB" sz="1200" u="none" strike="noStrike" cap="none">
                          <a:latin typeface="Times New Roman" panose="02020603050405020304"/>
                          <a:ea typeface="Times New Roman" panose="02020603050405020304"/>
                          <a:cs typeface="Times New Roman" panose="02020603050405020304"/>
                          <a:sym typeface="Times New Roman" panose="02020603050405020304"/>
                        </a:rPr>
                        <a:t>They have used CNN based approach to predict covid using CT image dataset. This system claims accuracy above 90%.</a:t>
                      </a:r>
                      <a:endParaRPr sz="120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tc>
              </a:tr>
            </a:tbl>
          </a:graphicData>
        </a:graphic>
      </p:graphicFrame>
      <p:sp>
        <p:nvSpPr>
          <p:cNvPr id="190" name="Google Shape;190;p14"/>
          <p:cNvSpPr txBox="1"/>
          <p:nvPr/>
        </p:nvSpPr>
        <p:spPr>
          <a:xfrm>
            <a:off x="104550" y="71225"/>
            <a:ext cx="8934900" cy="499200"/>
          </a:xfrm>
          <a:prstGeom prst="rect">
            <a:avLst/>
          </a:prstGeom>
          <a:noFill/>
          <a:ln>
            <a:noFill/>
          </a:ln>
          <a:effectLst>
            <a:outerShdw blurRad="57150" dist="19050" dir="5400000" algn="bl" rotWithShape="0">
              <a:srgbClr val="000000">
                <a:alpha val="49411"/>
              </a:srgbClr>
            </a:outerShdw>
          </a:effectLst>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3200"/>
              <a:buFont typeface="Arial" panose="020B0604020202020204"/>
              <a:buNone/>
            </a:pPr>
            <a:r>
              <a:rPr lang="en-GB" sz="3200" b="1" i="0" u="none" strike="noStrike" cap="none">
                <a:solidFill>
                  <a:srgbClr val="434343"/>
                </a:solidFill>
                <a:latin typeface="Times New Roman" panose="02020603050405020304"/>
                <a:ea typeface="Times New Roman" panose="02020603050405020304"/>
                <a:cs typeface="Times New Roman" panose="02020603050405020304"/>
                <a:sym typeface="Times New Roman" panose="02020603050405020304"/>
              </a:rPr>
              <a:t>Literature Survey</a:t>
            </a:r>
            <a:endParaRPr sz="1000" b="1" i="0" u="none" strike="noStrike" cap="none">
              <a:solidFill>
                <a:srgbClr val="434343"/>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15"/>
          <p:cNvSpPr txBox="1">
            <a:spLocks noGrp="1"/>
          </p:cNvSpPr>
          <p:nvPr>
            <p:ph type="title"/>
          </p:nvPr>
        </p:nvSpPr>
        <p:spPr>
          <a:xfrm>
            <a:off x="270975" y="0"/>
            <a:ext cx="8520600" cy="707400"/>
          </a:xfrm>
          <a:prstGeom prst="rect">
            <a:avLst/>
          </a:prstGeom>
          <a:noFill/>
          <a:ln>
            <a:noFill/>
          </a:ln>
          <a:effectLst>
            <a:outerShdw blurRad="57150" dist="19050" dir="5400000" algn="bl" rotWithShape="0">
              <a:srgbClr val="000000">
                <a:alpha val="49019"/>
              </a:srgbClr>
            </a:outerShdw>
          </a:effectLst>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600"/>
              <a:buNone/>
            </a:pPr>
            <a:r>
              <a:rPr lang="en-GB">
                <a:solidFill>
                  <a:srgbClr val="434343"/>
                </a:solidFill>
                <a:latin typeface="Times New Roman" panose="02020603050405020304"/>
                <a:ea typeface="Times New Roman" panose="02020603050405020304"/>
                <a:cs typeface="Times New Roman" panose="02020603050405020304"/>
                <a:sym typeface="Times New Roman" panose="02020603050405020304"/>
              </a:rPr>
              <a:t>Literature Survey</a:t>
            </a:r>
            <a:endParaRPr>
              <a:solidFill>
                <a:srgbClr val="434343"/>
              </a:solidFill>
              <a:latin typeface="Times New Roman" panose="02020603050405020304"/>
              <a:ea typeface="Times New Roman" panose="02020603050405020304"/>
              <a:cs typeface="Times New Roman" panose="02020603050405020304"/>
              <a:sym typeface="Times New Roman" panose="02020603050405020304"/>
            </a:endParaRPr>
          </a:p>
        </p:txBody>
      </p:sp>
      <p:graphicFrame>
        <p:nvGraphicFramePr>
          <p:cNvPr id="196" name="Google Shape;196;p15"/>
          <p:cNvGraphicFramePr/>
          <p:nvPr/>
        </p:nvGraphicFramePr>
        <p:xfrm>
          <a:off x="66450" y="846875"/>
          <a:ext cx="8929675" cy="4230035"/>
        </p:xfrm>
        <a:graphic>
          <a:graphicData uri="http://schemas.openxmlformats.org/drawingml/2006/table">
            <a:tbl>
              <a:tblPr>
                <a:noFill/>
                <a:tableStyleId>{B9410C1A-EEB2-43C7-A3E9-D6234EE50064}</a:tableStyleId>
              </a:tblPr>
              <a:tblGrid>
                <a:gridCol w="1687250"/>
                <a:gridCol w="1821325"/>
                <a:gridCol w="5421100"/>
              </a:tblGrid>
              <a:tr h="481025">
                <a:tc>
                  <a:txBody>
                    <a:bodyPr/>
                    <a:lstStyle/>
                    <a:p>
                      <a:pPr marL="0" marR="0" lvl="0" indent="0" algn="l" rtl="0">
                        <a:lnSpc>
                          <a:spcPct val="100000"/>
                        </a:lnSpc>
                        <a:spcBef>
                          <a:spcPts val="0"/>
                        </a:spcBef>
                        <a:spcAft>
                          <a:spcPts val="0"/>
                        </a:spcAft>
                        <a:buClr>
                          <a:srgbClr val="000000"/>
                        </a:buClr>
                        <a:buSzPts val="1600"/>
                        <a:buFont typeface="Arial" panose="020B0604020202020204"/>
                        <a:buNone/>
                      </a:pPr>
                      <a:r>
                        <a:rPr lang="en-GB" sz="1600" b="1" u="none" strike="noStrike" cap="none">
                          <a:latin typeface="Times New Roman" panose="02020603050405020304"/>
                          <a:ea typeface="Times New Roman" panose="02020603050405020304"/>
                          <a:cs typeface="Times New Roman" panose="02020603050405020304"/>
                          <a:sym typeface="Times New Roman" panose="02020603050405020304"/>
                        </a:rPr>
                        <a:t>Author</a:t>
                      </a:r>
                      <a:endParaRPr sz="1600" b="1"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600"/>
                        <a:buFont typeface="Arial" panose="020B0604020202020204"/>
                        <a:buNone/>
                      </a:pPr>
                      <a:r>
                        <a:rPr lang="en-GB" sz="1600" b="1" u="none" strike="noStrike" cap="none">
                          <a:latin typeface="Times New Roman" panose="02020603050405020304"/>
                          <a:ea typeface="Times New Roman" panose="02020603050405020304"/>
                          <a:cs typeface="Times New Roman" panose="02020603050405020304"/>
                          <a:sym typeface="Times New Roman" panose="02020603050405020304"/>
                        </a:rPr>
                        <a:t>Title of the Paper</a:t>
                      </a:r>
                      <a:endParaRPr sz="1600" b="1"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600"/>
                        <a:buFont typeface="Arial" panose="020B0604020202020204"/>
                        <a:buNone/>
                      </a:pPr>
                      <a:r>
                        <a:rPr lang="en-GB" sz="1600" b="1" u="none" strike="noStrike" cap="none">
                          <a:latin typeface="Times New Roman" panose="02020603050405020304"/>
                          <a:ea typeface="Times New Roman" panose="02020603050405020304"/>
                          <a:cs typeface="Times New Roman" panose="02020603050405020304"/>
                          <a:sym typeface="Times New Roman" panose="02020603050405020304"/>
                        </a:rPr>
                        <a:t>Concentration</a:t>
                      </a:r>
                      <a:endParaRPr sz="1600" b="1"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lnB w="12675" cap="flat" cmpd="sng">
                      <a:solidFill>
                        <a:srgbClr val="000000"/>
                      </a:solidFill>
                      <a:prstDash val="solid"/>
                      <a:round/>
                      <a:headEnd type="none" w="sm" len="sm"/>
                      <a:tailEnd type="none" w="sm" len="sm"/>
                    </a:lnB>
                  </a:tcPr>
                </a:tc>
              </a:tr>
              <a:tr h="3717900">
                <a:tc>
                  <a:txBody>
                    <a:bodyPr/>
                    <a:lstStyle/>
                    <a:p>
                      <a:pPr marL="0" marR="0" lvl="0" indent="0" algn="l" rtl="0">
                        <a:lnSpc>
                          <a:spcPct val="115000"/>
                        </a:lnSpc>
                        <a:spcBef>
                          <a:spcPts val="0"/>
                        </a:spcBef>
                        <a:spcAft>
                          <a:spcPts val="0"/>
                        </a:spcAft>
                        <a:buClr>
                          <a:srgbClr val="000000"/>
                        </a:buClr>
                        <a:buSzPts val="1300"/>
                        <a:buFont typeface="Arial" panose="020B0604020202020204"/>
                        <a:buNone/>
                      </a:pPr>
                      <a:r>
                        <a:rPr lang="en-GB" sz="1300" u="none" strike="noStrike" cap="none">
                          <a:latin typeface="Times New Roman" panose="02020603050405020304"/>
                          <a:ea typeface="Times New Roman" panose="02020603050405020304"/>
                          <a:cs typeface="Times New Roman" panose="02020603050405020304"/>
                          <a:sym typeface="Times New Roman" panose="02020603050405020304"/>
                        </a:rPr>
                        <a:t>Feixiang Huang, Shengyong Wang, and Chien-Chung Chan</a:t>
                      </a:r>
                      <a:endParaRPr sz="1300" u="none" strike="noStrike" cap="none">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500"/>
                        </a:spcBef>
                        <a:spcAft>
                          <a:spcPts val="0"/>
                        </a:spcAft>
                        <a:buClr>
                          <a:srgbClr val="000000"/>
                        </a:buClr>
                        <a:buSzPts val="1400"/>
                        <a:buFont typeface="Arial" panose="020B0604020202020204"/>
                        <a:buNone/>
                      </a:pPr>
                      <a:endParaRPr sz="1400" u="none" strike="noStrike" cap="none"/>
                    </a:p>
                  </a:txBody>
                  <a:tcPr marL="91425" marR="91425" marT="91425" marB="91425"/>
                </a:tc>
                <a:tc>
                  <a:txBody>
                    <a:bodyPr/>
                    <a:lstStyle/>
                    <a:p>
                      <a:pPr marL="0" marR="0" lvl="0" indent="0" algn="l" rtl="0">
                        <a:lnSpc>
                          <a:spcPct val="143000"/>
                        </a:lnSpc>
                        <a:spcBef>
                          <a:spcPts val="0"/>
                        </a:spcBef>
                        <a:spcAft>
                          <a:spcPts val="0"/>
                        </a:spcAft>
                        <a:buClr>
                          <a:srgbClr val="000000"/>
                        </a:buClr>
                        <a:buSzPts val="1300"/>
                        <a:buFont typeface="Arial" panose="020B0604020202020204"/>
                        <a:buNone/>
                      </a:pPr>
                      <a:r>
                        <a:rPr lang="en-GB" sz="1300" u="none" strike="noStrike" cap="none">
                          <a:latin typeface="Times New Roman" panose="02020603050405020304"/>
                          <a:ea typeface="Times New Roman" panose="02020603050405020304"/>
                          <a:cs typeface="Times New Roman" panose="02020603050405020304"/>
                          <a:sym typeface="Times New Roman" panose="02020603050405020304"/>
                        </a:rPr>
                        <a:t>Predicting Disease By Using Data Mining Based on Healthcare Information System</a:t>
                      </a:r>
                      <a:endParaRPr sz="1300" u="none" strike="noStrike" cap="none">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800"/>
                        </a:spcBef>
                        <a:spcAft>
                          <a:spcPts val="0"/>
                        </a:spcAft>
                        <a:buClr>
                          <a:srgbClr val="000000"/>
                        </a:buClr>
                        <a:buSzPts val="1400"/>
                        <a:buFont typeface="Arial" panose="020B0604020202020204"/>
                        <a:buNone/>
                      </a:pPr>
                      <a:endParaRPr sz="1400" u="none" strike="noStrike" cap="none"/>
                    </a:p>
                  </a:txBody>
                  <a:tcPr marL="91425" marR="91425" marT="91425" marB="91425"/>
                </a:tc>
                <a:tc>
                  <a:txBody>
                    <a:bodyPr/>
                    <a:lstStyle/>
                    <a:p>
                      <a:pPr marL="457200" marR="0" lvl="0" indent="-311150" algn="just" rtl="0">
                        <a:lnSpc>
                          <a:spcPct val="150000"/>
                        </a:lnSpc>
                        <a:spcBef>
                          <a:spcPts val="0"/>
                        </a:spcBef>
                        <a:spcAft>
                          <a:spcPts val="0"/>
                        </a:spcAft>
                        <a:buClr>
                          <a:srgbClr val="000000"/>
                        </a:buClr>
                        <a:buSzPts val="1300"/>
                        <a:buFont typeface="Times New Roman" panose="02020603050405020304"/>
                        <a:buChar char="●"/>
                      </a:pPr>
                      <a:r>
                        <a:rPr lang="en-GB" sz="1300" u="none" strike="noStrike" cap="none" dirty="0">
                          <a:latin typeface="Times New Roman" panose="02020603050405020304"/>
                          <a:ea typeface="Times New Roman" panose="02020603050405020304"/>
                          <a:cs typeface="Times New Roman" panose="02020603050405020304"/>
                          <a:sym typeface="Times New Roman" panose="02020603050405020304"/>
                        </a:rPr>
                        <a:t>In this paper, their focus on </a:t>
                      </a:r>
                      <a:r>
                        <a:rPr lang="en-GB" sz="1300" b="1" u="none" strike="noStrike" cap="none" dirty="0">
                          <a:latin typeface="Times New Roman" panose="02020603050405020304"/>
                          <a:ea typeface="Times New Roman" panose="02020603050405020304"/>
                          <a:cs typeface="Times New Roman" panose="02020603050405020304"/>
                          <a:sym typeface="Times New Roman" panose="02020603050405020304"/>
                        </a:rPr>
                        <a:t>data mining</a:t>
                      </a:r>
                      <a:r>
                        <a:rPr lang="en-GB" sz="1300" u="none" strike="noStrike" cap="none" dirty="0">
                          <a:latin typeface="Times New Roman" panose="02020603050405020304"/>
                          <a:ea typeface="Times New Roman" panose="02020603050405020304"/>
                          <a:cs typeface="Times New Roman" panose="02020603050405020304"/>
                          <a:sym typeface="Times New Roman" panose="02020603050405020304"/>
                        </a:rPr>
                        <a:t> is to </a:t>
                      </a:r>
                      <a:r>
                        <a:rPr lang="en-GB" sz="1300" b="1" u="none" strike="noStrike" cap="none" dirty="0">
                          <a:latin typeface="Times New Roman" panose="02020603050405020304"/>
                          <a:ea typeface="Times New Roman" panose="02020603050405020304"/>
                          <a:cs typeface="Times New Roman" panose="02020603050405020304"/>
                          <a:sym typeface="Times New Roman" panose="02020603050405020304"/>
                        </a:rPr>
                        <a:t>extract</a:t>
                      </a:r>
                      <a:r>
                        <a:rPr lang="en-GB" sz="1300" u="none" strike="noStrike" cap="none" dirty="0">
                          <a:latin typeface="Times New Roman" panose="02020603050405020304"/>
                          <a:ea typeface="Times New Roman" panose="02020603050405020304"/>
                          <a:cs typeface="Times New Roman" panose="02020603050405020304"/>
                          <a:sym typeface="Times New Roman" panose="02020603050405020304"/>
                        </a:rPr>
                        <a:t> hidden rules and relationships between diseases from a real world Healthcare Information System. Information of pathological indices is not used in our work. Only the information of presence or absence of diseases in patient medical records is applied. In this the disease prediction was done by using </a:t>
                      </a:r>
                      <a:r>
                        <a:rPr lang="en-GB" sz="1300" b="1" u="none" strike="noStrike" cap="none" dirty="0">
                          <a:latin typeface="Times New Roman" panose="02020603050405020304"/>
                          <a:ea typeface="Times New Roman" panose="02020603050405020304"/>
                          <a:cs typeface="Times New Roman" panose="02020603050405020304"/>
                          <a:sym typeface="Times New Roman" panose="02020603050405020304"/>
                        </a:rPr>
                        <a:t>medical profiles</a:t>
                      </a:r>
                      <a:r>
                        <a:rPr lang="en-GB" sz="1300" u="none" strike="noStrike" cap="none" dirty="0">
                          <a:latin typeface="Times New Roman" panose="02020603050405020304"/>
                          <a:ea typeface="Times New Roman" panose="02020603050405020304"/>
                          <a:cs typeface="Times New Roman" panose="02020603050405020304"/>
                          <a:sym typeface="Times New Roman" panose="02020603050405020304"/>
                        </a:rPr>
                        <a:t> such as cholesterol level, blood sugar, blood pressure and so on. In contrast, their method is to predict a disease based on other diseases that a patient already has. One benefit of their approach is that it can be applied to predict any disease rather than a specific disease.</a:t>
                      </a:r>
                      <a:endParaRPr sz="1300" u="none" strike="noStrike" cap="none" dirty="0">
                        <a:latin typeface="Times New Roman" panose="02020603050405020304"/>
                        <a:ea typeface="Times New Roman" panose="02020603050405020304"/>
                        <a:cs typeface="Times New Roman" panose="02020603050405020304"/>
                        <a:sym typeface="Times New Roman" panose="02020603050405020304"/>
                      </a:endParaRPr>
                    </a:p>
                    <a:p>
                      <a:pPr marL="457200" marR="0" lvl="0" indent="-311150" algn="just" rtl="0">
                        <a:lnSpc>
                          <a:spcPct val="150000"/>
                        </a:lnSpc>
                        <a:spcBef>
                          <a:spcPts val="0"/>
                        </a:spcBef>
                        <a:spcAft>
                          <a:spcPts val="0"/>
                        </a:spcAft>
                        <a:buClr>
                          <a:srgbClr val="000000"/>
                        </a:buClr>
                        <a:buSzPts val="1300"/>
                        <a:buFont typeface="Times New Roman" panose="02020603050405020304"/>
                        <a:buChar char="●"/>
                      </a:pPr>
                      <a:r>
                        <a:rPr lang="en-GB" sz="1300" u="none" strike="noStrike" cap="none" dirty="0">
                          <a:latin typeface="Times New Roman" panose="02020603050405020304"/>
                          <a:ea typeface="Times New Roman" panose="02020603050405020304"/>
                          <a:cs typeface="Times New Roman" panose="02020603050405020304"/>
                          <a:sym typeface="Times New Roman" panose="02020603050405020304"/>
                        </a:rPr>
                        <a:t>In this paper they have used </a:t>
                      </a:r>
                      <a:r>
                        <a:rPr lang="en-GB" sz="1300" b="1" u="none" strike="noStrike" cap="none" dirty="0">
                          <a:latin typeface="Times New Roman" panose="02020603050405020304"/>
                          <a:ea typeface="Times New Roman" panose="02020603050405020304"/>
                          <a:cs typeface="Times New Roman" panose="02020603050405020304"/>
                          <a:sym typeface="Times New Roman" panose="02020603050405020304"/>
                        </a:rPr>
                        <a:t>NLP based algorithm</a:t>
                      </a:r>
                      <a:r>
                        <a:rPr lang="en-GB" sz="1300" u="none" strike="noStrike" cap="none" dirty="0">
                          <a:latin typeface="Times New Roman" panose="02020603050405020304"/>
                          <a:ea typeface="Times New Roman" panose="02020603050405020304"/>
                          <a:cs typeface="Times New Roman" panose="02020603050405020304"/>
                          <a:sym typeface="Times New Roman" panose="02020603050405020304"/>
                        </a:rPr>
                        <a:t> to predict any disease using input text. User will be providing symptoms as text.</a:t>
                      </a:r>
                      <a:endParaRPr sz="1300" u="none" strike="noStrike" cap="none" dirty="0">
                        <a:latin typeface="Times New Roman" panose="02020603050405020304"/>
                        <a:ea typeface="Times New Roman" panose="02020603050405020304"/>
                        <a:cs typeface="Times New Roman" panose="02020603050405020304"/>
                        <a:sym typeface="Times New Roman" panose="02020603050405020304"/>
                      </a:endParaRPr>
                    </a:p>
                  </a:txBody>
                  <a:tcPr marL="68575" marR="68575" marT="91425" marB="91425">
                    <a:lnR w="12675" cap="flat" cmpd="sng">
                      <a:solidFill>
                        <a:srgbClr val="000000"/>
                      </a:solidFill>
                      <a:prstDash val="solid"/>
                      <a:round/>
                      <a:headEnd type="none" w="sm" len="sm"/>
                      <a:tailEnd type="none" w="sm" len="sm"/>
                    </a:lnR>
                    <a:lnT w="12675" cap="flat" cmpd="sng">
                      <a:solidFill>
                        <a:srgbClr val="000000"/>
                      </a:solidFill>
                      <a:prstDash val="solid"/>
                      <a:round/>
                      <a:headEnd type="none" w="sm" len="sm"/>
                      <a:tailEnd type="none" w="sm" len="sm"/>
                    </a:lnT>
                    <a:lnB w="12675" cap="flat" cmpd="sng">
                      <a:solidFill>
                        <a:srgbClr val="000000"/>
                      </a:solidFill>
                      <a:prstDash val="solid"/>
                      <a:round/>
                      <a:headEnd type="none" w="sm" len="sm"/>
                      <a:tailEnd type="none" w="sm" len="sm"/>
                    </a:lnB>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16"/>
          <p:cNvSpPr txBox="1">
            <a:spLocks noGrp="1"/>
          </p:cNvSpPr>
          <p:nvPr>
            <p:ph type="title"/>
          </p:nvPr>
        </p:nvSpPr>
        <p:spPr>
          <a:xfrm>
            <a:off x="258263" y="139475"/>
            <a:ext cx="8520600" cy="707400"/>
          </a:xfrm>
          <a:prstGeom prst="rect">
            <a:avLst/>
          </a:prstGeom>
          <a:noFill/>
          <a:ln>
            <a:noFill/>
          </a:ln>
          <a:effectLst>
            <a:outerShdw blurRad="57150" dist="19050" dir="5400000" algn="bl" rotWithShape="0">
              <a:srgbClr val="000000">
                <a:alpha val="49019"/>
              </a:srgbClr>
            </a:outerShdw>
          </a:effectLst>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600"/>
              <a:buNone/>
            </a:pPr>
            <a:r>
              <a:rPr lang="en-GB">
                <a:solidFill>
                  <a:srgbClr val="434343"/>
                </a:solidFill>
                <a:latin typeface="Times New Roman" panose="02020603050405020304"/>
                <a:ea typeface="Times New Roman" panose="02020603050405020304"/>
                <a:cs typeface="Times New Roman" panose="02020603050405020304"/>
                <a:sym typeface="Times New Roman" panose="02020603050405020304"/>
              </a:rPr>
              <a:t>Literature Survey</a:t>
            </a:r>
            <a:endParaRPr>
              <a:solidFill>
                <a:srgbClr val="434343"/>
              </a:solidFill>
              <a:latin typeface="Times New Roman" panose="02020603050405020304"/>
              <a:ea typeface="Times New Roman" panose="02020603050405020304"/>
              <a:cs typeface="Times New Roman" panose="02020603050405020304"/>
              <a:sym typeface="Times New Roman" panose="02020603050405020304"/>
            </a:endParaRPr>
          </a:p>
        </p:txBody>
      </p:sp>
      <p:graphicFrame>
        <p:nvGraphicFramePr>
          <p:cNvPr id="202" name="Google Shape;202;p16"/>
          <p:cNvGraphicFramePr/>
          <p:nvPr/>
        </p:nvGraphicFramePr>
        <p:xfrm>
          <a:off x="66450" y="846875"/>
          <a:ext cx="8929675" cy="4198925"/>
        </p:xfrm>
        <a:graphic>
          <a:graphicData uri="http://schemas.openxmlformats.org/drawingml/2006/table">
            <a:tbl>
              <a:tblPr>
                <a:noFill/>
                <a:tableStyleId>{B9410C1A-EEB2-43C7-A3E9-D6234EE50064}</a:tableStyleId>
              </a:tblPr>
              <a:tblGrid>
                <a:gridCol w="1687250"/>
                <a:gridCol w="1821325"/>
                <a:gridCol w="5421100"/>
              </a:tblGrid>
              <a:tr h="481025">
                <a:tc>
                  <a:txBody>
                    <a:bodyPr/>
                    <a:lstStyle/>
                    <a:p>
                      <a:pPr marL="0" marR="0" lvl="0" indent="0" algn="l" rtl="0">
                        <a:lnSpc>
                          <a:spcPct val="100000"/>
                        </a:lnSpc>
                        <a:spcBef>
                          <a:spcPts val="0"/>
                        </a:spcBef>
                        <a:spcAft>
                          <a:spcPts val="0"/>
                        </a:spcAft>
                        <a:buClr>
                          <a:srgbClr val="000000"/>
                        </a:buClr>
                        <a:buSzPts val="1600"/>
                        <a:buFont typeface="Arial" panose="020B0604020202020204"/>
                        <a:buNone/>
                      </a:pPr>
                      <a:r>
                        <a:rPr lang="en-GB" sz="1600" b="1" u="none" strike="noStrike" cap="none">
                          <a:latin typeface="Times New Roman" panose="02020603050405020304"/>
                          <a:ea typeface="Times New Roman" panose="02020603050405020304"/>
                          <a:cs typeface="Times New Roman" panose="02020603050405020304"/>
                          <a:sym typeface="Times New Roman" panose="02020603050405020304"/>
                        </a:rPr>
                        <a:t>Author</a:t>
                      </a:r>
                      <a:endParaRPr sz="1600" b="1"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lnB w="1267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600"/>
                        <a:buFont typeface="Arial" panose="020B0604020202020204"/>
                        <a:buNone/>
                      </a:pPr>
                      <a:r>
                        <a:rPr lang="en-GB" sz="1600" b="1" u="none" strike="noStrike" cap="none">
                          <a:latin typeface="Times New Roman" panose="02020603050405020304"/>
                          <a:ea typeface="Times New Roman" panose="02020603050405020304"/>
                          <a:cs typeface="Times New Roman" panose="02020603050405020304"/>
                          <a:sym typeface="Times New Roman" panose="02020603050405020304"/>
                        </a:rPr>
                        <a:t>Title of the Paper</a:t>
                      </a:r>
                      <a:endParaRPr sz="1600" b="1"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600"/>
                        <a:buFont typeface="Arial" panose="020B0604020202020204"/>
                        <a:buNone/>
                      </a:pPr>
                      <a:r>
                        <a:rPr lang="en-GB" sz="1600" b="1" u="none" strike="noStrike" cap="none">
                          <a:latin typeface="Times New Roman" panose="02020603050405020304"/>
                          <a:ea typeface="Times New Roman" panose="02020603050405020304"/>
                          <a:cs typeface="Times New Roman" panose="02020603050405020304"/>
                          <a:sym typeface="Times New Roman" panose="02020603050405020304"/>
                        </a:rPr>
                        <a:t>Concentration</a:t>
                      </a:r>
                      <a:endParaRPr sz="1600" b="1"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tc>
              </a:tr>
              <a:tr h="3717900">
                <a:tc>
                  <a:txBody>
                    <a:bodyPr/>
                    <a:lstStyle/>
                    <a:p>
                      <a:pPr marL="0" marR="0" lvl="0" indent="0" algn="l" rtl="0">
                        <a:lnSpc>
                          <a:spcPct val="115000"/>
                        </a:lnSpc>
                        <a:spcBef>
                          <a:spcPts val="0"/>
                        </a:spcBef>
                        <a:spcAft>
                          <a:spcPts val="0"/>
                        </a:spcAft>
                        <a:buClr>
                          <a:srgbClr val="000000"/>
                        </a:buClr>
                        <a:buSzPts val="1300"/>
                        <a:buFont typeface="Arial" panose="020B0604020202020204"/>
                        <a:buNone/>
                      </a:pPr>
                      <a:r>
                        <a:rPr lang="en-GB" sz="1300" u="none" strike="noStrike" cap="none">
                          <a:latin typeface="Times New Roman" panose="02020603050405020304"/>
                          <a:ea typeface="Times New Roman" panose="02020603050405020304"/>
                          <a:cs typeface="Times New Roman" panose="02020603050405020304"/>
                          <a:sym typeface="Times New Roman" panose="02020603050405020304"/>
                        </a:rPr>
                        <a:t>Chetan Amritkar,</a:t>
                      </a:r>
                      <a:endParaRPr sz="1300" u="none" strike="noStrike" cap="none">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15000"/>
                        </a:lnSpc>
                        <a:spcBef>
                          <a:spcPts val="300"/>
                        </a:spcBef>
                        <a:spcAft>
                          <a:spcPts val="0"/>
                        </a:spcAft>
                        <a:buClr>
                          <a:srgbClr val="000000"/>
                        </a:buClr>
                        <a:buSzPts val="1300"/>
                        <a:buFont typeface="Arial" panose="020B0604020202020204"/>
                        <a:buNone/>
                      </a:pPr>
                      <a:r>
                        <a:rPr lang="en-GB" sz="1300" u="none" strike="noStrike" cap="none">
                          <a:latin typeface="Times New Roman" panose="02020603050405020304"/>
                          <a:ea typeface="Times New Roman" panose="02020603050405020304"/>
                          <a:cs typeface="Times New Roman" panose="02020603050405020304"/>
                          <a:sym typeface="Times New Roman" panose="02020603050405020304"/>
                        </a:rPr>
                        <a:t>Vaishali Jabade</a:t>
                      </a:r>
                      <a:endParaRPr sz="130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68575" marR="68575" marT="91425" marB="91425">
                    <a:lnL w="12675" cap="flat" cmpd="sng">
                      <a:solidFill>
                        <a:srgbClr val="000000"/>
                      </a:solidFill>
                      <a:prstDash val="solid"/>
                      <a:round/>
                      <a:headEnd type="none" w="sm" len="sm"/>
                      <a:tailEnd type="none" w="sm" len="sm"/>
                    </a:lnL>
                    <a:lnR w="12675" cap="flat" cmpd="sng">
                      <a:solidFill>
                        <a:srgbClr val="000000"/>
                      </a:solidFill>
                      <a:prstDash val="solid"/>
                      <a:round/>
                      <a:headEnd type="none" w="sm" len="sm"/>
                      <a:tailEnd type="none" w="sm" len="sm"/>
                    </a:lnR>
                    <a:lnT w="12675" cap="flat" cmpd="sng">
                      <a:solidFill>
                        <a:srgbClr val="000000"/>
                      </a:solidFill>
                      <a:prstDash val="solid"/>
                      <a:round/>
                      <a:headEnd type="none" w="sm" len="sm"/>
                      <a:tailEnd type="none" w="sm" len="sm"/>
                    </a:lnT>
                    <a:lnB w="1267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300"/>
                        <a:buFont typeface="Arial" panose="020B0604020202020204"/>
                        <a:buNone/>
                      </a:pPr>
                      <a:r>
                        <a:rPr lang="en-GB" sz="1300" u="none" strike="noStrike" cap="none">
                          <a:latin typeface="Times New Roman" panose="02020603050405020304"/>
                          <a:ea typeface="Times New Roman" panose="02020603050405020304"/>
                          <a:cs typeface="Times New Roman" panose="02020603050405020304"/>
                          <a:sym typeface="Times New Roman" panose="02020603050405020304"/>
                        </a:rPr>
                        <a:t>Image Caption Generation using Deep Learning Technique</a:t>
                      </a:r>
                      <a:endParaRPr sz="1300" u="none" strike="noStrike" cap="none">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600"/>
                        </a:spcBef>
                        <a:spcAft>
                          <a:spcPts val="0"/>
                        </a:spcAft>
                        <a:buClr>
                          <a:srgbClr val="000000"/>
                        </a:buClr>
                        <a:buSzPts val="1400"/>
                        <a:buFont typeface="Arial" panose="020B0604020202020204"/>
                        <a:buNone/>
                      </a:pPr>
                      <a:endParaRPr sz="1400" u="none" strike="noStrike" cap="none"/>
                    </a:p>
                  </a:txBody>
                  <a:tcPr marL="91425" marR="91425" marT="91425" marB="91425">
                    <a:lnL w="12675" cap="flat" cmpd="sng">
                      <a:solidFill>
                        <a:srgbClr val="000000"/>
                      </a:solidFill>
                      <a:prstDash val="solid"/>
                      <a:round/>
                      <a:headEnd type="none" w="sm" len="sm"/>
                      <a:tailEnd type="none" w="sm" len="sm"/>
                    </a:lnL>
                  </a:tcPr>
                </a:tc>
                <a:tc>
                  <a:txBody>
                    <a:bodyPr/>
                    <a:lstStyle/>
                    <a:p>
                      <a:pPr marL="457200" marR="0" lvl="0" indent="-311150" algn="l" rtl="0">
                        <a:lnSpc>
                          <a:spcPct val="150000"/>
                        </a:lnSpc>
                        <a:spcBef>
                          <a:spcPts val="0"/>
                        </a:spcBef>
                        <a:spcAft>
                          <a:spcPts val="0"/>
                        </a:spcAft>
                        <a:buClr>
                          <a:srgbClr val="000000"/>
                        </a:buClr>
                        <a:buSzPts val="1300"/>
                        <a:buFont typeface="Times New Roman" panose="02020603050405020304"/>
                        <a:buChar char="●"/>
                      </a:pPr>
                      <a:r>
                        <a:rPr lang="en-GB" sz="1300" u="none" strike="noStrike" cap="none">
                          <a:latin typeface="Times New Roman" panose="02020603050405020304"/>
                          <a:ea typeface="Times New Roman" panose="02020603050405020304"/>
                          <a:cs typeface="Times New Roman" panose="02020603050405020304"/>
                          <a:sym typeface="Times New Roman" panose="02020603050405020304"/>
                        </a:rPr>
                        <a:t>This paper proposes a model capable of generating novel descriptions from images.</a:t>
                      </a:r>
                      <a:endParaRPr sz="1300" u="none" strike="noStrike" cap="none">
                        <a:latin typeface="Times New Roman" panose="02020603050405020304"/>
                        <a:ea typeface="Times New Roman" panose="02020603050405020304"/>
                        <a:cs typeface="Times New Roman" panose="02020603050405020304"/>
                        <a:sym typeface="Times New Roman" panose="02020603050405020304"/>
                      </a:endParaRPr>
                    </a:p>
                    <a:p>
                      <a:pPr marL="457200" marR="0" lvl="0" indent="-311150" algn="l" rtl="0">
                        <a:lnSpc>
                          <a:spcPct val="150000"/>
                        </a:lnSpc>
                        <a:spcBef>
                          <a:spcPts val="0"/>
                        </a:spcBef>
                        <a:spcAft>
                          <a:spcPts val="0"/>
                        </a:spcAft>
                        <a:buClr>
                          <a:srgbClr val="000000"/>
                        </a:buClr>
                        <a:buSzPts val="1300"/>
                        <a:buFont typeface="Times New Roman" panose="02020603050405020304"/>
                        <a:buChar char="●"/>
                      </a:pPr>
                      <a:r>
                        <a:rPr lang="en-GB" sz="1300" u="none" strike="noStrike" cap="none">
                          <a:latin typeface="Times New Roman" panose="02020603050405020304"/>
                          <a:ea typeface="Times New Roman" panose="02020603050405020304"/>
                          <a:cs typeface="Times New Roman" panose="02020603050405020304"/>
                          <a:sym typeface="Times New Roman" panose="02020603050405020304"/>
                        </a:rPr>
                        <a:t>For this task, they have used Flickr 8k dataset consisting of 8000 images and five descriptions per image.</a:t>
                      </a:r>
                      <a:endParaRPr sz="1300" u="none" strike="noStrike" cap="none">
                        <a:latin typeface="Times New Roman" panose="02020603050405020304"/>
                        <a:ea typeface="Times New Roman" panose="02020603050405020304"/>
                        <a:cs typeface="Times New Roman" panose="02020603050405020304"/>
                        <a:sym typeface="Times New Roman" panose="02020603050405020304"/>
                      </a:endParaRPr>
                    </a:p>
                    <a:p>
                      <a:pPr marL="457200" marR="0" lvl="0" indent="-311150" algn="l" rtl="0">
                        <a:lnSpc>
                          <a:spcPct val="100000"/>
                        </a:lnSpc>
                        <a:spcBef>
                          <a:spcPts val="0"/>
                        </a:spcBef>
                        <a:spcAft>
                          <a:spcPts val="0"/>
                        </a:spcAft>
                        <a:buClr>
                          <a:srgbClr val="000000"/>
                        </a:buClr>
                        <a:buSzPts val="1300"/>
                        <a:buFont typeface="Times New Roman" panose="02020603050405020304"/>
                        <a:buChar char="●"/>
                      </a:pPr>
                      <a:r>
                        <a:rPr lang="en-GB" sz="1300" u="none" strike="noStrike" cap="none">
                          <a:latin typeface="Times New Roman" panose="02020603050405020304"/>
                          <a:ea typeface="Times New Roman" panose="02020603050405020304"/>
                          <a:cs typeface="Times New Roman" panose="02020603050405020304"/>
                          <a:sym typeface="Times New Roman" panose="02020603050405020304"/>
                        </a:rPr>
                        <a:t>In this work, they are using CNN as well as RNN. Pre-trained Convolutional Neural Network (CNN) is used for the image classification task. This network acts as an image encoder. The last hidden layer is used as an input to Recurrent Neural Network (RNN). This network is a decoder which generates sentences. Sometimes, the generated sentence seems to lose track or predict wrong sentence than that of the original image content. This sentence is generated from description that is common in dataset and the sentence is weakly related to input image.</a:t>
                      </a:r>
                      <a:endParaRPr sz="1300" u="none" strike="noStrike" cap="none">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rgbClr val="000000"/>
                        </a:buClr>
                        <a:buSzPts val="1200"/>
                        <a:buFont typeface="Arial" panose="020B0604020202020204"/>
                        <a:buNone/>
                      </a:pPr>
                      <a:endParaRPr sz="120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17"/>
          <p:cNvSpPr txBox="1">
            <a:spLocks noGrp="1"/>
          </p:cNvSpPr>
          <p:nvPr>
            <p:ph type="title"/>
          </p:nvPr>
        </p:nvSpPr>
        <p:spPr>
          <a:xfrm>
            <a:off x="311700" y="445025"/>
            <a:ext cx="8520600" cy="707400"/>
          </a:xfrm>
          <a:prstGeom prst="rect">
            <a:avLst/>
          </a:prstGeom>
          <a:noFill/>
          <a:ln>
            <a:noFill/>
          </a:ln>
          <a:effectLst>
            <a:outerShdw blurRad="57150" dist="19050" dir="5400000" algn="bl" rotWithShape="0">
              <a:srgbClr val="000000">
                <a:alpha val="49411"/>
              </a:srgbClr>
            </a:outerShdw>
          </a:effectLst>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600"/>
              <a:buNone/>
            </a:pPr>
            <a:r>
              <a:rPr lang="en-GB" dirty="0">
                <a:solidFill>
                  <a:srgbClr val="434343"/>
                </a:solidFill>
                <a:latin typeface="Times New Roman" panose="02020603050405020304"/>
                <a:ea typeface="Times New Roman" panose="02020603050405020304"/>
                <a:cs typeface="Times New Roman" panose="02020603050405020304"/>
                <a:sym typeface="Times New Roman" panose="02020603050405020304"/>
              </a:rPr>
              <a:t>Application </a:t>
            </a:r>
            <a:endParaRPr dirty="0">
              <a:solidFill>
                <a:srgbClr val="434343"/>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08" name="Google Shape;208;p17"/>
          <p:cNvSpPr txBox="1">
            <a:spLocks noGrp="1"/>
          </p:cNvSpPr>
          <p:nvPr>
            <p:ph type="body" idx="1"/>
          </p:nvPr>
        </p:nvSpPr>
        <p:spPr>
          <a:xfrm>
            <a:off x="311700" y="1266325"/>
            <a:ext cx="8520600" cy="3302700"/>
          </a:xfrm>
          <a:prstGeom prst="rect">
            <a:avLst/>
          </a:prstGeom>
          <a:noFill/>
          <a:ln>
            <a:noFill/>
          </a:ln>
        </p:spPr>
        <p:txBody>
          <a:bodyPr spcFirstLastPara="1" wrap="square" lIns="91425" tIns="91425" rIns="91425" bIns="91425" anchor="t" anchorCtr="0">
            <a:noAutofit/>
          </a:bodyPr>
          <a:lstStyle/>
          <a:p>
            <a:pPr marL="425450" lvl="0" algn="l" rtl="0">
              <a:lnSpc>
                <a:spcPct val="150000"/>
              </a:lnSpc>
              <a:spcBef>
                <a:spcPts val="0"/>
              </a:spcBef>
              <a:spcAft>
                <a:spcPts val="0"/>
              </a:spcAft>
              <a:buClr>
                <a:srgbClr val="000000"/>
              </a:buClr>
              <a:buSzPts val="2300"/>
              <a:buFont typeface="Wingdings" panose="05000000000000000000" pitchFamily="2" charset="2"/>
              <a:buChar char="Ø"/>
            </a:pPr>
            <a:r>
              <a:rPr lang="en-GB" sz="2300" dirty="0" smtClean="0">
                <a:solidFill>
                  <a:srgbClr val="000000"/>
                </a:solidFill>
                <a:latin typeface="Times New Roman" panose="02020603050405020304"/>
                <a:ea typeface="Times New Roman" panose="02020603050405020304"/>
                <a:cs typeface="Times New Roman" panose="02020603050405020304"/>
                <a:sym typeface="Times New Roman" panose="02020603050405020304"/>
              </a:rPr>
              <a:t>Caption </a:t>
            </a:r>
            <a:r>
              <a:rPr lang="en-GB" sz="23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Generation</a:t>
            </a:r>
            <a:endParaRPr sz="2300"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425450" lvl="0" algn="l" rtl="0">
              <a:lnSpc>
                <a:spcPct val="115000"/>
              </a:lnSpc>
              <a:spcBef>
                <a:spcPts val="0"/>
              </a:spcBef>
              <a:spcAft>
                <a:spcPts val="0"/>
              </a:spcAft>
              <a:buClr>
                <a:srgbClr val="000000"/>
              </a:buClr>
              <a:buSzPts val="2300"/>
              <a:buFont typeface="Wingdings" panose="05000000000000000000" pitchFamily="2" charset="2"/>
              <a:buChar char="Ø"/>
            </a:pPr>
            <a:r>
              <a:rPr lang="en-GB" sz="23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Disease Detection</a:t>
            </a:r>
            <a:endParaRPr sz="2300"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0" algn="l" rtl="0">
              <a:lnSpc>
                <a:spcPct val="115000"/>
              </a:lnSpc>
              <a:spcBef>
                <a:spcPts val="0"/>
              </a:spcBef>
              <a:spcAft>
                <a:spcPts val="0"/>
              </a:spcAft>
              <a:buSzPts val="1800"/>
              <a:buNone/>
            </a:pPr>
            <a:endParaRPr sz="2300"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18"/>
          <p:cNvSpPr txBox="1">
            <a:spLocks noGrp="1"/>
          </p:cNvSpPr>
          <p:nvPr>
            <p:ph type="title"/>
          </p:nvPr>
        </p:nvSpPr>
        <p:spPr>
          <a:xfrm>
            <a:off x="311700" y="154175"/>
            <a:ext cx="8520600" cy="707400"/>
          </a:xfrm>
          <a:prstGeom prst="rect">
            <a:avLst/>
          </a:prstGeom>
          <a:noFill/>
          <a:ln>
            <a:noFill/>
          </a:ln>
          <a:effectLst>
            <a:outerShdw blurRad="57150" dist="19050" dir="5400000" algn="bl" rotWithShape="0">
              <a:srgbClr val="000000">
                <a:alpha val="49019"/>
              </a:srgbClr>
            </a:outerShdw>
          </a:effectLst>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600"/>
              <a:buNone/>
            </a:pPr>
            <a:r>
              <a:rPr lang="en-GB">
                <a:solidFill>
                  <a:srgbClr val="434343"/>
                </a:solidFill>
                <a:latin typeface="Times New Roman" panose="02020603050405020304"/>
                <a:ea typeface="Times New Roman" panose="02020603050405020304"/>
                <a:cs typeface="Times New Roman" panose="02020603050405020304"/>
                <a:sym typeface="Times New Roman" panose="02020603050405020304"/>
              </a:rPr>
              <a:t>References</a:t>
            </a:r>
            <a:endParaRPr>
              <a:solidFill>
                <a:srgbClr val="434343"/>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4" name="Google Shape;214;p18"/>
          <p:cNvSpPr txBox="1">
            <a:spLocks noGrp="1"/>
          </p:cNvSpPr>
          <p:nvPr>
            <p:ph type="body" idx="1"/>
          </p:nvPr>
        </p:nvSpPr>
        <p:spPr>
          <a:xfrm>
            <a:off x="403550" y="986748"/>
            <a:ext cx="8520600" cy="37587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None/>
            </a:pPr>
            <a:r>
              <a:rPr lang="en-GB" sz="2100">
                <a:solidFill>
                  <a:srgbClr val="000000"/>
                </a:solidFill>
                <a:latin typeface="Times New Roman" panose="02020603050405020304"/>
                <a:ea typeface="Times New Roman" panose="02020603050405020304"/>
                <a:cs typeface="Times New Roman" panose="02020603050405020304"/>
                <a:sym typeface="Times New Roman" panose="02020603050405020304"/>
              </a:rPr>
              <a:t>[1] </a:t>
            </a:r>
            <a:r>
              <a:rPr lang="en-GB">
                <a:solidFill>
                  <a:srgbClr val="000000"/>
                </a:solidFill>
                <a:latin typeface="Times New Roman" panose="02020603050405020304"/>
                <a:ea typeface="Times New Roman" panose="02020603050405020304"/>
                <a:cs typeface="Times New Roman" panose="02020603050405020304"/>
                <a:sym typeface="Times New Roman" panose="02020603050405020304"/>
              </a:rPr>
              <a:t>P. S. Kohli and S. Arora, "Application of Machine Learning in Disease Prediction," 2018 4th International Conference on Computing Communication and Automation (ICCCA), Greater Noida, India, 2018, pp. 1-4, doi: 10.1109/CCAA.2018.8777449.</a:t>
            </a:r>
            <a:endParaRPr lang="en-GB">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115000"/>
              </a:lnSpc>
              <a:spcBef>
                <a:spcPts val="0"/>
              </a:spcBef>
              <a:spcAft>
                <a:spcPts val="0"/>
              </a:spcAft>
              <a:buNone/>
            </a:pPr>
            <a:endParaRPr lang="en-GB">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115000"/>
              </a:lnSpc>
              <a:spcBef>
                <a:spcPts val="0"/>
              </a:spcBef>
              <a:spcAft>
                <a:spcPts val="0"/>
              </a:spcAft>
              <a:buNone/>
            </a:pPr>
            <a:r>
              <a:rPr lang="en-GB" sz="2100">
                <a:solidFill>
                  <a:srgbClr val="000000"/>
                </a:solidFill>
                <a:highlight>
                  <a:schemeClr val="lt1"/>
                </a:highlight>
                <a:latin typeface="Times New Roman" panose="02020603050405020304"/>
                <a:ea typeface="Times New Roman" panose="02020603050405020304"/>
                <a:cs typeface="Times New Roman" panose="02020603050405020304"/>
                <a:sym typeface="Times New Roman" panose="02020603050405020304"/>
              </a:rPr>
              <a:t>[2] </a:t>
            </a:r>
            <a:r>
              <a:rPr lang="en-GB">
                <a:solidFill>
                  <a:srgbClr val="000000"/>
                </a:solidFill>
                <a:highlight>
                  <a:schemeClr val="lt1"/>
                </a:highlight>
                <a:latin typeface="Times New Roman" panose="02020603050405020304"/>
                <a:ea typeface="Times New Roman" panose="02020603050405020304"/>
                <a:cs typeface="Times New Roman" panose="02020603050405020304"/>
                <a:sym typeface="Times New Roman" panose="02020603050405020304"/>
              </a:rPr>
              <a:t>D. Dahiwade, G. Patle and E. Meshram, "Designing Disease Prediction Model Using Machine Learning Approach," 2019 3rd International Conference on Computing Methodologies and Communication (ICCMC), Erode, India, 2019, pp. 1211-1215, doi: 10.1109/ICCMC.2019.8819782.</a:t>
            </a:r>
            <a:endParaRPr lang="en-GB" sz="2100">
              <a:solidFill>
                <a:srgbClr val="000000"/>
              </a:solidFill>
              <a:highlight>
                <a:schemeClr val="lt1"/>
              </a:highlight>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115000"/>
              </a:lnSpc>
              <a:spcBef>
                <a:spcPts val="0"/>
              </a:spcBef>
              <a:spcAft>
                <a:spcPts val="0"/>
              </a:spcAft>
              <a:buNone/>
            </a:pPr>
            <a:endParaRPr lang="en-GB" sz="2100">
              <a:solidFill>
                <a:srgbClr val="000000"/>
              </a:solidFill>
              <a:highlight>
                <a:schemeClr val="lt1"/>
              </a:highlight>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115000"/>
              </a:lnSpc>
              <a:spcBef>
                <a:spcPts val="0"/>
              </a:spcBef>
              <a:spcAft>
                <a:spcPts val="0"/>
              </a:spcAft>
              <a:buNone/>
            </a:pPr>
            <a:r>
              <a:rPr lang="en-GB" sz="2100">
                <a:solidFill>
                  <a:srgbClr val="000000"/>
                </a:solidFill>
                <a:highlight>
                  <a:schemeClr val="lt1"/>
                </a:highlight>
                <a:latin typeface="Times New Roman" panose="02020603050405020304"/>
                <a:ea typeface="Times New Roman" panose="02020603050405020304"/>
                <a:cs typeface="Times New Roman" panose="02020603050405020304"/>
                <a:sym typeface="Times New Roman" panose="02020603050405020304"/>
              </a:rPr>
              <a:t>[3] </a:t>
            </a:r>
            <a:r>
              <a:rPr lang="en-GB">
                <a:solidFill>
                  <a:srgbClr val="000000"/>
                </a:solidFill>
                <a:highlight>
                  <a:schemeClr val="lt1"/>
                </a:highlight>
                <a:latin typeface="Times New Roman" panose="02020603050405020304"/>
                <a:ea typeface="Times New Roman" panose="02020603050405020304"/>
                <a:cs typeface="Times New Roman" panose="02020603050405020304"/>
                <a:sym typeface="Times New Roman" panose="02020603050405020304"/>
              </a:rPr>
              <a:t>S. Patel and H. Patel, “Survey of data mining techniques used in healthcare domain,” Int. J. of Inform. Sci. and Tech., Vol. 6, pp. 53-60,March 2016.</a:t>
            </a:r>
            <a:endParaRPr lang="en-GB">
              <a:solidFill>
                <a:srgbClr val="000000"/>
              </a:solidFill>
              <a:highlight>
                <a:schemeClr val="lt1"/>
              </a:highlight>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theme/theme1.xml><?xml version="1.0" encoding="utf-8"?>
<a:theme xmlns:a="http://schemas.openxmlformats.org/drawingml/2006/main" name="Tropic">
  <a:themeElements>
    <a:clrScheme name="Tropic">
      <a:dk1>
        <a:srgbClr val="A1E8D9"/>
      </a:dk1>
      <a:lt1>
        <a:srgbClr val="FFFFFF"/>
      </a:lt1>
      <a:dk2>
        <a:srgbClr val="695D46"/>
      </a:dk2>
      <a:lt2>
        <a:srgbClr val="B3A77D"/>
      </a:lt2>
      <a:accent1>
        <a:srgbClr val="EF6C00"/>
      </a:accent1>
      <a:accent2>
        <a:srgbClr val="009668"/>
      </a:accent2>
      <a:accent3>
        <a:srgbClr val="4DB6AC"/>
      </a:accent3>
      <a:accent4>
        <a:srgbClr val="FF9800"/>
      </a:accent4>
      <a:accent5>
        <a:srgbClr val="CE93D8"/>
      </a:accent5>
      <a:accent6>
        <a:srgbClr val="EEFF41"/>
      </a:accent6>
      <a:hlink>
        <a:srgbClr val="CE93D8"/>
      </a:hlink>
      <a:folHlink>
        <a:srgbClr val="CE93D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8129</Words>
  <Application>WPS Presentation</Application>
  <PresentationFormat>On-screen Show (16:9)</PresentationFormat>
  <Paragraphs>169</Paragraphs>
  <Slides>19</Slides>
  <Notes>18</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19</vt:i4>
      </vt:variant>
    </vt:vector>
  </HeadingPairs>
  <TitlesOfParts>
    <vt:vector size="30" baseType="lpstr">
      <vt:lpstr>Arial</vt:lpstr>
      <vt:lpstr>SimSun</vt:lpstr>
      <vt:lpstr>Wingdings</vt:lpstr>
      <vt:lpstr>Arial</vt:lpstr>
      <vt:lpstr>PT Sans Narrow</vt:lpstr>
      <vt:lpstr>Open Sans</vt:lpstr>
      <vt:lpstr>Times New Roman</vt:lpstr>
      <vt:lpstr>Times New Roman</vt:lpstr>
      <vt:lpstr>Microsoft YaHei</vt:lpstr>
      <vt:lpstr>Arial Unicode MS</vt:lpstr>
      <vt:lpstr>Tropic</vt:lpstr>
      <vt:lpstr>Department of Information Technology</vt:lpstr>
      <vt:lpstr> Project Title</vt:lpstr>
      <vt:lpstr>Problem Statement </vt:lpstr>
      <vt:lpstr>Motivation</vt:lpstr>
      <vt:lpstr>Purpose</vt:lpstr>
      <vt:lpstr>Scope</vt:lpstr>
      <vt:lpstr>Objectives</vt:lpstr>
      <vt:lpstr>Introduction of the Project </vt:lpstr>
      <vt:lpstr>Domain</vt:lpstr>
      <vt:lpstr>Abstract</vt:lpstr>
      <vt:lpstr>PowerPoint 演示文稿</vt:lpstr>
      <vt:lpstr>Methodology</vt:lpstr>
      <vt:lpstr>Architecture Design </vt:lpstr>
      <vt:lpstr>PowerPoint 演示文稿</vt:lpstr>
      <vt:lpstr>PowerPoint 演示文稿</vt:lpstr>
      <vt:lpstr>Literature Survey</vt:lpstr>
      <vt:lpstr>Literature Survey</vt:lpstr>
      <vt:lpstr>Application </vt:lpstr>
      <vt:lpstr>References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Sinhgad Technical Education Society’s  SINHGAD COLLEGE OF ENGINEERING, Pune-41  Department of Information Technology</dc:title>
  <dc:creator>asmita nalawade</dc:creator>
  <cp:lastModifiedBy>Swapnil</cp:lastModifiedBy>
  <cp:revision>17</cp:revision>
  <dcterms:created xsi:type="dcterms:W3CDTF">2020-09-07T05:38:00Z</dcterms:created>
  <dcterms:modified xsi:type="dcterms:W3CDTF">2020-09-11T06:38:00Z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1033-11.2.0.8970</vt:lpwstr>
  </property>
</Properties>
</file>